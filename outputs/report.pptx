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357" r:id="rId2"/>
    <p:sldId id="359" r:id="rId3"/>
    <p:sldId id="360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28" autoAdjust="0"/>
    <p:restoredTop sz="94660"/>
  </p:normalViewPr>
  <p:slideViewPr>
    <p:cSldViewPr snapToGrid="0">
      <p:cViewPr>
        <p:scale>
          <a:sx n="75" d="100"/>
          <a:sy n="75" d="100"/>
        </p:scale>
        <p:origin x="725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E018D7-9AA6-4765-A152-A05F3E0CADDE}" type="datetimeFigureOut">
              <a:rPr lang="en-MY" smtClean="0"/>
              <a:t>30/6/2026</a:t>
            </a:fld>
            <a:endParaRPr lang="en-MY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MY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FEDCD5-D14A-453A-8974-921C85C72B6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0968625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B7609-0FC7-96D1-D1C2-4CB552D1E7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F1BB60-E7D2-E4E9-A8BA-70316637B5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DD3760-EA74-4701-6DFD-18D71D99B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26ED7-B8ED-42F5-AC7E-2C7A269F4060}" type="datetimeFigureOut">
              <a:rPr lang="en-MY" smtClean="0"/>
              <a:t>30/6/2026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6308B3-E170-ECFC-51AB-9A5C004F2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E77289-2C57-0E46-1E52-C09A2F2AE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F3B6E-A039-4053-BA31-DA10F72C63F3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9314582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827EE-89F4-E6DE-A6DF-43CA3C674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7DC3DF-FBA5-C7ED-4EE2-102870D6F3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04A338-3655-5AA8-8E8D-D2363303A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26ED7-B8ED-42F5-AC7E-2C7A269F4060}" type="datetimeFigureOut">
              <a:rPr lang="en-MY" smtClean="0"/>
              <a:t>30/6/2026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ED7933-60F4-609B-1EB2-F8B7D3310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73FAD4-3B88-0118-7397-118A53B37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F3B6E-A039-4053-BA31-DA10F72C63F3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2717910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CEC7D-F669-330F-E57B-358FD98C1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EBC181-75C8-A920-583D-A1CFB4EED7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187890-1CBA-44CD-B79D-7D02F7DAC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26ED7-B8ED-42F5-AC7E-2C7A269F4060}" type="datetimeFigureOut">
              <a:rPr lang="en-MY" smtClean="0"/>
              <a:t>30/6/2026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03029E-C056-7D2F-738A-B0E56CC80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20D143-970C-02D5-9002-CDB19DF73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F3B6E-A039-4053-BA31-DA10F72C63F3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4793600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A5B51-988D-EA2E-AE57-66B3AC3F9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21AAB1-DCCF-15BD-0AFB-445644DD9F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C97888-EB02-9521-4592-59B0E50F8D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40E51C-8CA5-4A2B-FE83-24E4F3291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26ED7-B8ED-42F5-AC7E-2C7A269F4060}" type="datetimeFigureOut">
              <a:rPr lang="en-MY" smtClean="0"/>
              <a:t>30/6/2026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8DE161-667B-89EE-1854-AAB0166E6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18AC7B-6632-6BB1-1D03-5F55F87F0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F3B6E-A039-4053-BA31-DA10F72C63F3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014229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B5BCA-60E6-098A-F5B1-C670FDB83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F7C2CA-B7FF-7094-A167-5E6E4554B9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F58DDA-D3D1-5EE6-F8F3-E658FE9909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EB5BCC-B8BD-1618-05B7-A1012E984D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FDB49D-F4F7-D72C-F20A-E0862AEB22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4467EAE-6959-BF6D-071F-0CB3C0E89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26ED7-B8ED-42F5-AC7E-2C7A269F4060}" type="datetimeFigureOut">
              <a:rPr lang="en-MY" smtClean="0"/>
              <a:t>30/6/2026</a:t>
            </a:fld>
            <a:endParaRPr lang="en-MY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1EC8F6-3A8A-FD5E-DC74-69D101575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8CA608-7898-7279-5344-65B785AE3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F3B6E-A039-4053-BA31-DA10F72C63F3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224353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056F7-D6D3-1982-7B74-DD6AFC59A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652626-2761-28A6-C5E7-5217E9330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26ED7-B8ED-42F5-AC7E-2C7A269F4060}" type="datetimeFigureOut">
              <a:rPr lang="en-MY" smtClean="0"/>
              <a:t>30/6/2026</a:t>
            </a:fld>
            <a:endParaRPr lang="en-M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067C14-25ED-B045-2B7E-CC5C96ED2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A0A570-EA6A-671F-52E9-94F370E5F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F3B6E-A039-4053-BA31-DA10F72C63F3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4442075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4275236-A01A-8A07-AAE2-6C9D328FA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26ED7-B8ED-42F5-AC7E-2C7A269F4060}" type="datetimeFigureOut">
              <a:rPr lang="en-MY" smtClean="0"/>
              <a:t>30/6/2026</a:t>
            </a:fld>
            <a:endParaRPr lang="en-MY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F83B4A-077B-EB8F-DA88-495D02DB1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4DC196-81B9-0FEA-6300-28A68349D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F3B6E-A039-4053-BA31-DA10F72C63F3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9869745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3257B-AB2B-BD32-73CF-3D28A7CBA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3C9819-4231-890A-471A-27AED60DC4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518460-DCC9-9826-1F7C-280556D28A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11B8F1-7148-7246-F496-D897B59C8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26ED7-B8ED-42F5-AC7E-2C7A269F4060}" type="datetimeFigureOut">
              <a:rPr lang="en-MY" smtClean="0"/>
              <a:t>30/6/2026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C5B6DC-1564-BFE4-91D2-A066A4037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7C6103-2CF6-D233-FC1B-9F8C7C311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F3B6E-A039-4053-BA31-DA10F72C63F3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5608852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F8F44-D9F7-5D42-4811-934C4CB6C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7A33F9-45C6-B973-1C06-C5B3F23B70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D6DE75-1454-57AF-6C12-FC20133CED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C6440A-83F8-341C-A520-929441166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26ED7-B8ED-42F5-AC7E-2C7A269F4060}" type="datetimeFigureOut">
              <a:rPr lang="en-MY" smtClean="0"/>
              <a:t>30/6/2026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902B3E-6F31-5798-78F1-C3E5A17F1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D63F00-5EFE-801B-8EA2-F042DD053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F3B6E-A039-4053-BA31-DA10F72C63F3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7712825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2A563-92A0-B161-AF36-F960754F1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C140C5-6698-C7F9-FC12-92CEDAAA3C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BFE45D-DDF2-6380-FC78-33D3DF04E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26ED7-B8ED-42F5-AC7E-2C7A269F4060}" type="datetimeFigureOut">
              <a:rPr lang="en-MY" smtClean="0"/>
              <a:t>30/6/2026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2DBA29-1B9B-5676-1EE2-7BF3CDBF1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FAB782-A3A3-EC3D-6636-336962A15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F3B6E-A039-4053-BA31-DA10F72C63F3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1045337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06DF54-C4D9-102E-1998-FD117D5023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76B08F-7B71-96DC-F063-07CC9871FC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754B4E-26DB-82E3-B56B-34F1B7EA6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26ED7-B8ED-42F5-AC7E-2C7A269F4060}" type="datetimeFigureOut">
              <a:rPr lang="en-MY" smtClean="0"/>
              <a:t>30/6/2026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000446-1D9D-1DF6-1253-F437567A1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1FDD1A-9A3F-9BB8-F693-952F7C2BD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F3B6E-A039-4053-BA31-DA10F72C63F3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795383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359FD4C-FA73-A117-4A57-B9350510B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4C385C-2FCD-3F09-20B6-D11C42EF31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424EA5-9E87-CB0D-B829-BA4B2A1F5A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926ED7-B8ED-42F5-AC7E-2C7A269F4060}" type="datetimeFigureOut">
              <a:rPr lang="en-MY" smtClean="0"/>
              <a:t>30/6/2026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AC89D9-A282-2916-6D38-8EE82CFD1B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19CB00-1F2E-D0DC-DB70-05072FFAB9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5F3B6E-A039-4053-BA31-DA10F72C63F3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4521122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5C206F-D4FA-491F-3E7E-8BA4711AF1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5E75589-66B7-80B4-0ABB-B9A1FD404EAA}"/>
              </a:ext>
            </a:extLst>
          </p:cNvPr>
          <p:cNvSpPr txBox="1"/>
          <p:nvPr/>
        </p:nvSpPr>
        <p:spPr>
          <a:xfrm>
            <a:off x="589936" y="1774723"/>
            <a:ext cx="10674265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MY" dirty="0"/>
              <a:t>Proses </a:t>
            </a:r>
            <a:r>
              <a:rPr lang="en-MY" dirty="0" err="1"/>
              <a:t>permohonan</a:t>
            </a:r>
            <a:r>
              <a:rPr lang="en-MY" dirty="0"/>
              <a:t> </a:t>
            </a:r>
            <a:r>
              <a:rPr lang="en-MY" dirty="0" err="1"/>
              <a:t>Lesen</a:t>
            </a:r>
            <a:r>
              <a:rPr lang="en-MY" dirty="0"/>
              <a:t> </a:t>
            </a:r>
            <a:r>
              <a:rPr lang="en-MY" dirty="0" err="1"/>
              <a:t>Iklan</a:t>
            </a:r>
            <a:r>
              <a:rPr lang="en-MY" dirty="0"/>
              <a:t> yang </a:t>
            </a:r>
            <a:r>
              <a:rPr lang="en-MY" dirty="0" err="1"/>
              <a:t>diluluskan</a:t>
            </a:r>
            <a:r>
              <a:rPr lang="en-MY" dirty="0"/>
              <a:t> oleh MPHLG pada masa </a:t>
            </a:r>
            <a:r>
              <a:rPr lang="en-MY" dirty="0" err="1"/>
              <a:t>ini</a:t>
            </a:r>
            <a:r>
              <a:rPr lang="en-MY" dirty="0"/>
              <a:t> </a:t>
            </a:r>
            <a:r>
              <a:rPr lang="en-MY" dirty="0" err="1"/>
              <a:t>dilaksanakan</a:t>
            </a:r>
            <a:r>
              <a:rPr lang="en-MY" dirty="0"/>
              <a:t> </a:t>
            </a:r>
            <a:r>
              <a:rPr lang="en-MY" dirty="0" err="1"/>
              <a:t>secara</a:t>
            </a:r>
            <a:r>
              <a:rPr lang="en-MY" dirty="0"/>
              <a:t> manual. </a:t>
            </a:r>
            <a:r>
              <a:rPr lang="en-MY" dirty="0" err="1"/>
              <a:t>Penglibatan</a:t>
            </a:r>
            <a:r>
              <a:rPr lang="en-MY" dirty="0"/>
              <a:t> </a:t>
            </a:r>
            <a:r>
              <a:rPr lang="en-MY" dirty="0" err="1"/>
              <a:t>pelbagai</a:t>
            </a:r>
            <a:r>
              <a:rPr lang="en-MY" dirty="0"/>
              <a:t> </a:t>
            </a:r>
            <a:r>
              <a:rPr lang="en-MY" dirty="0" err="1"/>
              <a:t>pihak</a:t>
            </a:r>
            <a:r>
              <a:rPr lang="en-MY" dirty="0"/>
              <a:t> </a:t>
            </a:r>
            <a:r>
              <a:rPr lang="en-MY" dirty="0" err="1"/>
              <a:t>menyebabkan</a:t>
            </a:r>
            <a:r>
              <a:rPr lang="en-MY" dirty="0"/>
              <a:t> proses </a:t>
            </a:r>
            <a:r>
              <a:rPr lang="en-MY" dirty="0" err="1"/>
              <a:t>semakan</a:t>
            </a:r>
            <a:r>
              <a:rPr lang="en-MY" dirty="0"/>
              <a:t> dan </a:t>
            </a:r>
            <a:r>
              <a:rPr lang="en-MY" dirty="0" err="1"/>
              <a:t>kelulusan</a:t>
            </a:r>
            <a:r>
              <a:rPr lang="en-MY" dirty="0"/>
              <a:t> </a:t>
            </a:r>
            <a:r>
              <a:rPr lang="en-MY" dirty="0" err="1"/>
              <a:t>menjadi</a:t>
            </a:r>
            <a:r>
              <a:rPr lang="en-MY" dirty="0"/>
              <a:t> </a:t>
            </a:r>
            <a:r>
              <a:rPr lang="en-MY" dirty="0" err="1"/>
              <a:t>kompleks</a:t>
            </a:r>
            <a:r>
              <a:rPr lang="en-MY" dirty="0"/>
              <a:t> </a:t>
            </a:r>
            <a:r>
              <a:rPr lang="en-MY" dirty="0" err="1"/>
              <a:t>serta</a:t>
            </a:r>
            <a:r>
              <a:rPr lang="en-MY" dirty="0"/>
              <a:t> </a:t>
            </a:r>
            <a:r>
              <a:rPr lang="en-MY" dirty="0" err="1"/>
              <a:t>mengambil</a:t>
            </a:r>
            <a:r>
              <a:rPr lang="en-MY" dirty="0"/>
              <a:t> masa yang </a:t>
            </a:r>
            <a:r>
              <a:rPr lang="en-MY" dirty="0" err="1"/>
              <a:t>panjang</a:t>
            </a:r>
            <a:r>
              <a:rPr lang="en-MY" dirty="0"/>
              <a:t>.</a:t>
            </a:r>
          </a:p>
          <a:p>
            <a:pPr algn="just"/>
            <a:endParaRPr lang="en-MY" dirty="0"/>
          </a:p>
          <a:p>
            <a:pPr algn="just"/>
            <a:r>
              <a:rPr lang="en-MY" dirty="0" err="1"/>
              <a:t>Berdasarkan</a:t>
            </a:r>
            <a:r>
              <a:rPr lang="en-MY" dirty="0"/>
              <a:t> </a:t>
            </a:r>
            <a:r>
              <a:rPr lang="en-MY" dirty="0" err="1"/>
              <a:t>pelaksanaan</a:t>
            </a:r>
            <a:r>
              <a:rPr lang="en-MY" dirty="0"/>
              <a:t> </a:t>
            </a:r>
            <a:r>
              <a:rPr lang="en-MY" dirty="0" err="1"/>
              <a:t>projek</a:t>
            </a:r>
            <a:r>
              <a:rPr lang="en-MY" dirty="0"/>
              <a:t> RKB, </a:t>
            </a:r>
            <a:r>
              <a:rPr lang="en-MY" dirty="0" err="1"/>
              <a:t>didapati</a:t>
            </a:r>
            <a:r>
              <a:rPr lang="en-MY" dirty="0"/>
              <a:t> </a:t>
            </a:r>
            <a:r>
              <a:rPr lang="en-MY" dirty="0" err="1"/>
              <a:t>bahawa</a:t>
            </a:r>
            <a:r>
              <a:rPr lang="en-MY" dirty="0"/>
              <a:t> </a:t>
            </a:r>
            <a:r>
              <a:rPr lang="en-MY" dirty="0" err="1"/>
              <a:t>tempoh</a:t>
            </a:r>
            <a:r>
              <a:rPr lang="en-MY" dirty="0"/>
              <a:t> </a:t>
            </a:r>
            <a:r>
              <a:rPr lang="en-MY" dirty="0" err="1"/>
              <a:t>pemprosesan</a:t>
            </a:r>
            <a:r>
              <a:rPr lang="en-MY" dirty="0"/>
              <a:t> </a:t>
            </a:r>
            <a:r>
              <a:rPr lang="en-MY" dirty="0" err="1"/>
              <a:t>permohonan</a:t>
            </a:r>
            <a:r>
              <a:rPr lang="en-MY" dirty="0"/>
              <a:t> </a:t>
            </a:r>
            <a:r>
              <a:rPr lang="en-MY" dirty="0" err="1"/>
              <a:t>Lesen</a:t>
            </a:r>
            <a:r>
              <a:rPr lang="en-MY" dirty="0"/>
              <a:t> </a:t>
            </a:r>
            <a:r>
              <a:rPr lang="en-MY" dirty="0" err="1"/>
              <a:t>Iklan</a:t>
            </a:r>
            <a:r>
              <a:rPr lang="en-MY" dirty="0"/>
              <a:t> </a:t>
            </a:r>
            <a:r>
              <a:rPr lang="en-MY" dirty="0" err="1"/>
              <a:t>ini</a:t>
            </a:r>
            <a:r>
              <a:rPr lang="en-MY" dirty="0"/>
              <a:t> </a:t>
            </a:r>
            <a:r>
              <a:rPr lang="en-MY" dirty="0" err="1"/>
              <a:t>sering</a:t>
            </a:r>
            <a:r>
              <a:rPr lang="en-MY" dirty="0"/>
              <a:t> </a:t>
            </a:r>
            <a:r>
              <a:rPr lang="en-MY" dirty="0" err="1"/>
              <a:t>melebihi</a:t>
            </a:r>
            <a:r>
              <a:rPr lang="en-MY" dirty="0"/>
              <a:t> </a:t>
            </a:r>
            <a:r>
              <a:rPr lang="en-MY" dirty="0" err="1"/>
              <a:t>tempoh</a:t>
            </a:r>
            <a:r>
              <a:rPr lang="en-MY" dirty="0"/>
              <a:t> </a:t>
            </a:r>
            <a:r>
              <a:rPr lang="en-MY" dirty="0" err="1"/>
              <a:t>sasaran</a:t>
            </a:r>
            <a:r>
              <a:rPr lang="en-MY" dirty="0"/>
              <a:t> </a:t>
            </a:r>
            <a:r>
              <a:rPr lang="en-MY" dirty="0" err="1"/>
              <a:t>akibat</a:t>
            </a:r>
            <a:r>
              <a:rPr lang="en-MY" dirty="0"/>
              <a:t> </a:t>
            </a:r>
            <a:r>
              <a:rPr lang="en-MY" dirty="0" err="1"/>
              <a:t>kekangan</a:t>
            </a:r>
            <a:r>
              <a:rPr lang="en-MY" dirty="0"/>
              <a:t> </a:t>
            </a:r>
            <a:r>
              <a:rPr lang="en-MY" dirty="0" err="1"/>
              <a:t>seperti</a:t>
            </a:r>
            <a:r>
              <a:rPr lang="en-MY" dirty="0"/>
              <a:t> </a:t>
            </a:r>
            <a:r>
              <a:rPr lang="en-MY" dirty="0" err="1"/>
              <a:t>penghantaran</a:t>
            </a:r>
            <a:r>
              <a:rPr lang="en-MY" dirty="0"/>
              <a:t> </a:t>
            </a:r>
            <a:r>
              <a:rPr lang="en-MY" dirty="0" err="1"/>
              <a:t>dokumen</a:t>
            </a:r>
            <a:r>
              <a:rPr lang="en-MY" dirty="0"/>
              <a:t> </a:t>
            </a:r>
            <a:r>
              <a:rPr lang="en-MY" dirty="0" err="1"/>
              <a:t>secara</a:t>
            </a:r>
            <a:r>
              <a:rPr lang="en-MY" dirty="0"/>
              <a:t> </a:t>
            </a:r>
            <a:r>
              <a:rPr lang="en-MY" dirty="0" err="1"/>
              <a:t>fizikal</a:t>
            </a:r>
            <a:r>
              <a:rPr lang="en-MY" dirty="0"/>
              <a:t>, </a:t>
            </a:r>
            <a:r>
              <a:rPr lang="en-MY" dirty="0" err="1"/>
              <a:t>pertindihan</a:t>
            </a:r>
            <a:r>
              <a:rPr lang="en-MY" dirty="0"/>
              <a:t> </a:t>
            </a:r>
            <a:r>
              <a:rPr lang="en-MY" dirty="0" err="1"/>
              <a:t>semakan</a:t>
            </a:r>
            <a:r>
              <a:rPr lang="en-MY" dirty="0"/>
              <a:t> </a:t>
            </a:r>
            <a:r>
              <a:rPr lang="en-MY" dirty="0" err="1"/>
              <a:t>antara</a:t>
            </a:r>
            <a:r>
              <a:rPr lang="en-MY" dirty="0"/>
              <a:t> </a:t>
            </a:r>
            <a:r>
              <a:rPr lang="en-MY" dirty="0" err="1"/>
              <a:t>agensi</a:t>
            </a:r>
            <a:r>
              <a:rPr lang="en-MY" dirty="0"/>
              <a:t>, </a:t>
            </a:r>
            <a:r>
              <a:rPr lang="en-MY" dirty="0" err="1"/>
              <a:t>serta</a:t>
            </a:r>
            <a:r>
              <a:rPr lang="en-MY" dirty="0"/>
              <a:t> </a:t>
            </a:r>
            <a:r>
              <a:rPr lang="en-MY" dirty="0" err="1"/>
              <a:t>kekurangan</a:t>
            </a:r>
            <a:r>
              <a:rPr lang="en-MY" dirty="0"/>
              <a:t> platform </a:t>
            </a:r>
            <a:r>
              <a:rPr lang="en-MY" dirty="0" err="1"/>
              <a:t>bersepadu</a:t>
            </a:r>
            <a:r>
              <a:rPr lang="en-MY" dirty="0"/>
              <a:t> </a:t>
            </a:r>
            <a:r>
              <a:rPr lang="en-MY" dirty="0" err="1"/>
              <a:t>untuk</a:t>
            </a:r>
            <a:r>
              <a:rPr lang="en-MY" dirty="0"/>
              <a:t> </a:t>
            </a:r>
            <a:r>
              <a:rPr lang="en-MY" dirty="0" err="1"/>
              <a:t>perkongsian</a:t>
            </a:r>
            <a:r>
              <a:rPr lang="en-MY" dirty="0"/>
              <a:t> </a:t>
            </a:r>
            <a:r>
              <a:rPr lang="en-MY" dirty="0" err="1"/>
              <a:t>maklumat</a:t>
            </a:r>
            <a:r>
              <a:rPr lang="en-MY" dirty="0"/>
              <a:t>. Selain </a:t>
            </a:r>
            <a:r>
              <a:rPr lang="en-MY" dirty="0" err="1"/>
              <a:t>itu</a:t>
            </a:r>
            <a:r>
              <a:rPr lang="en-MY" dirty="0"/>
              <a:t>, </a:t>
            </a:r>
            <a:r>
              <a:rPr lang="en-MY" dirty="0" err="1"/>
              <a:t>pemohon</a:t>
            </a:r>
            <a:r>
              <a:rPr lang="en-MY" dirty="0"/>
              <a:t> juga </a:t>
            </a:r>
            <a:r>
              <a:rPr lang="en-MY" dirty="0" err="1"/>
              <a:t>berdepan</a:t>
            </a:r>
            <a:r>
              <a:rPr lang="en-MY" dirty="0"/>
              <a:t> </a:t>
            </a:r>
            <a:r>
              <a:rPr lang="en-MY" dirty="0" err="1"/>
              <a:t>kesukaran</a:t>
            </a:r>
            <a:r>
              <a:rPr lang="en-MY" dirty="0"/>
              <a:t> </a:t>
            </a:r>
            <a:r>
              <a:rPr lang="en-MY" dirty="0" err="1"/>
              <a:t>untuk</a:t>
            </a:r>
            <a:r>
              <a:rPr lang="en-MY" dirty="0"/>
              <a:t> </a:t>
            </a:r>
            <a:r>
              <a:rPr lang="en-MY" dirty="0" err="1"/>
              <a:t>menjejak</a:t>
            </a:r>
            <a:r>
              <a:rPr lang="en-MY" dirty="0"/>
              <a:t> status </a:t>
            </a:r>
            <a:r>
              <a:rPr lang="en-MY" dirty="0" err="1"/>
              <a:t>permohonan</a:t>
            </a:r>
            <a:r>
              <a:rPr lang="en-MY" dirty="0"/>
              <a:t> </a:t>
            </a:r>
            <a:r>
              <a:rPr lang="en-MY" dirty="0" err="1"/>
              <a:t>secara</a:t>
            </a:r>
            <a:r>
              <a:rPr lang="en-MY" dirty="0"/>
              <a:t> masa </a:t>
            </a:r>
            <a:r>
              <a:rPr lang="en-MY" dirty="0" err="1"/>
              <a:t>nyata</a:t>
            </a:r>
            <a:r>
              <a:rPr lang="en-MY" dirty="0"/>
              <a:t>, yang </a:t>
            </a:r>
            <a:r>
              <a:rPr lang="en-MY" dirty="0" err="1"/>
              <a:t>memberi</a:t>
            </a:r>
            <a:r>
              <a:rPr lang="en-MY" dirty="0"/>
              <a:t> </a:t>
            </a:r>
            <a:r>
              <a:rPr lang="en-MY" dirty="0" err="1"/>
              <a:t>kesan</a:t>
            </a:r>
            <a:r>
              <a:rPr lang="en-MY" dirty="0"/>
              <a:t> </a:t>
            </a:r>
            <a:r>
              <a:rPr lang="en-MY" dirty="0" err="1"/>
              <a:t>kepada</a:t>
            </a:r>
            <a:r>
              <a:rPr lang="en-MY" dirty="0"/>
              <a:t> </a:t>
            </a:r>
            <a:r>
              <a:rPr lang="en-MY" dirty="0" err="1"/>
              <a:t>ketelusan</a:t>
            </a:r>
            <a:r>
              <a:rPr lang="en-MY" dirty="0"/>
              <a:t> dan </a:t>
            </a:r>
            <a:r>
              <a:rPr lang="en-MY" dirty="0" err="1"/>
              <a:t>kecekapan</a:t>
            </a:r>
            <a:r>
              <a:rPr lang="en-MY" dirty="0"/>
              <a:t> </a:t>
            </a:r>
            <a:r>
              <a:rPr lang="en-MY" dirty="0" err="1"/>
              <a:t>perkhidmatan</a:t>
            </a:r>
            <a:r>
              <a:rPr lang="en-MY" dirty="0"/>
              <a:t>.</a:t>
            </a:r>
          </a:p>
          <a:p>
            <a:pPr algn="just"/>
            <a:endParaRPr lang="en-MY" dirty="0"/>
          </a:p>
          <a:p>
            <a:pPr algn="just"/>
            <a:r>
              <a:rPr lang="en-MY" dirty="0" err="1"/>
              <a:t>Justeru</a:t>
            </a:r>
            <a:r>
              <a:rPr lang="en-MY" dirty="0"/>
              <a:t>, </a:t>
            </a:r>
            <a:r>
              <a:rPr lang="en-MY" dirty="0" err="1"/>
              <a:t>projek</a:t>
            </a:r>
            <a:r>
              <a:rPr lang="en-MY" dirty="0"/>
              <a:t> </a:t>
            </a:r>
            <a:r>
              <a:rPr lang="en-MY" dirty="0" err="1"/>
              <a:t>ini</a:t>
            </a:r>
            <a:r>
              <a:rPr lang="en-MY" dirty="0"/>
              <a:t> </a:t>
            </a:r>
            <a:r>
              <a:rPr lang="en-MY" dirty="0" err="1"/>
              <a:t>dicadangkan</a:t>
            </a:r>
            <a:r>
              <a:rPr lang="en-MY" dirty="0"/>
              <a:t> </a:t>
            </a:r>
            <a:r>
              <a:rPr lang="en-MY" dirty="0" err="1"/>
              <a:t>untuk</a:t>
            </a:r>
            <a:r>
              <a:rPr lang="en-MY" dirty="0"/>
              <a:t> </a:t>
            </a:r>
            <a:r>
              <a:rPr lang="en-MY" dirty="0" err="1"/>
              <a:t>mendigitalkan</a:t>
            </a:r>
            <a:r>
              <a:rPr lang="en-MY" dirty="0"/>
              <a:t> </a:t>
            </a:r>
            <a:r>
              <a:rPr lang="en-MY" dirty="0" err="1"/>
              <a:t>keseluruhan</a:t>
            </a:r>
            <a:r>
              <a:rPr lang="en-MY" dirty="0"/>
              <a:t> proses </a:t>
            </a:r>
            <a:r>
              <a:rPr lang="en-MY" dirty="0" err="1"/>
              <a:t>permohonan</a:t>
            </a:r>
            <a:r>
              <a:rPr lang="en-MY" dirty="0"/>
              <a:t> </a:t>
            </a:r>
            <a:r>
              <a:rPr lang="en-MY" dirty="0" err="1"/>
              <a:t>Lesen</a:t>
            </a:r>
            <a:r>
              <a:rPr lang="en-MY" dirty="0"/>
              <a:t> </a:t>
            </a:r>
            <a:r>
              <a:rPr lang="en-MY" dirty="0" err="1"/>
              <a:t>Iklan</a:t>
            </a:r>
            <a:r>
              <a:rPr lang="en-MY" dirty="0"/>
              <a:t> </a:t>
            </a:r>
            <a:r>
              <a:rPr lang="en-MY" dirty="0" err="1"/>
              <a:t>melalui</a:t>
            </a:r>
            <a:r>
              <a:rPr lang="en-MY" dirty="0"/>
              <a:t> </a:t>
            </a:r>
            <a:r>
              <a:rPr lang="en-MY" dirty="0" err="1"/>
              <a:t>pembangunan</a:t>
            </a:r>
            <a:r>
              <a:rPr lang="en-MY" dirty="0"/>
              <a:t> </a:t>
            </a:r>
            <a:r>
              <a:rPr lang="en-MY" dirty="0" err="1"/>
              <a:t>sistem</a:t>
            </a:r>
            <a:r>
              <a:rPr lang="en-MY" dirty="0"/>
              <a:t> </a:t>
            </a:r>
            <a:r>
              <a:rPr lang="en-MY" dirty="0" err="1"/>
              <a:t>bersepadu</a:t>
            </a:r>
            <a:r>
              <a:rPr lang="en-MY" dirty="0"/>
              <a:t> yang </a:t>
            </a:r>
            <a:r>
              <a:rPr lang="en-MY" dirty="0" err="1"/>
              <a:t>membolehkan</a:t>
            </a:r>
            <a:r>
              <a:rPr lang="en-MY" dirty="0"/>
              <a:t> </a:t>
            </a:r>
            <a:r>
              <a:rPr lang="en-MY" dirty="0" err="1"/>
              <a:t>permohonan</a:t>
            </a:r>
            <a:r>
              <a:rPr lang="en-MY" dirty="0"/>
              <a:t>, </a:t>
            </a:r>
            <a:r>
              <a:rPr lang="en-MY" dirty="0" err="1"/>
              <a:t>semakan</a:t>
            </a:r>
            <a:r>
              <a:rPr lang="en-MY" dirty="0"/>
              <a:t>, </a:t>
            </a:r>
            <a:r>
              <a:rPr lang="en-MY" dirty="0" err="1"/>
              <a:t>ulasan</a:t>
            </a:r>
            <a:r>
              <a:rPr lang="en-MY" dirty="0"/>
              <a:t> </a:t>
            </a:r>
            <a:r>
              <a:rPr lang="en-MY" dirty="0" err="1"/>
              <a:t>teknikal</a:t>
            </a:r>
            <a:r>
              <a:rPr lang="en-MY" dirty="0"/>
              <a:t> dan </a:t>
            </a:r>
            <a:r>
              <a:rPr lang="en-MY" dirty="0" err="1"/>
              <a:t>kelulusan</a:t>
            </a:r>
            <a:r>
              <a:rPr lang="en-MY" dirty="0"/>
              <a:t> </a:t>
            </a:r>
            <a:r>
              <a:rPr lang="en-MY" dirty="0" err="1"/>
              <a:t>dilaksanakan</a:t>
            </a:r>
            <a:r>
              <a:rPr lang="en-MY" dirty="0"/>
              <a:t> </a:t>
            </a:r>
            <a:r>
              <a:rPr lang="en-MY" dirty="0" err="1"/>
              <a:t>secara</a:t>
            </a:r>
            <a:r>
              <a:rPr lang="en-MY" dirty="0"/>
              <a:t> </a:t>
            </a:r>
            <a:r>
              <a:rPr lang="en-MY" dirty="0" err="1"/>
              <a:t>dalam</a:t>
            </a:r>
            <a:r>
              <a:rPr lang="en-MY" dirty="0"/>
              <a:t> </a:t>
            </a:r>
            <a:r>
              <a:rPr lang="en-MY" dirty="0" err="1"/>
              <a:t>talian</a:t>
            </a:r>
            <a:r>
              <a:rPr lang="en-MY" dirty="0"/>
              <a:t>. </a:t>
            </a:r>
            <a:r>
              <a:rPr lang="en-MY" dirty="0" err="1"/>
              <a:t>Pendigitalan</a:t>
            </a:r>
            <a:r>
              <a:rPr lang="en-MY" dirty="0"/>
              <a:t> </a:t>
            </a:r>
            <a:r>
              <a:rPr lang="en-MY" dirty="0" err="1"/>
              <a:t>ini</a:t>
            </a:r>
            <a:r>
              <a:rPr lang="en-MY" dirty="0"/>
              <a:t> </a:t>
            </a:r>
            <a:r>
              <a:rPr lang="en-MY" dirty="0" err="1"/>
              <a:t>dijangka</a:t>
            </a:r>
            <a:r>
              <a:rPr lang="en-MY" dirty="0"/>
              <a:t> </a:t>
            </a:r>
            <a:r>
              <a:rPr lang="en-MY" dirty="0" err="1"/>
              <a:t>dapat</a:t>
            </a:r>
            <a:r>
              <a:rPr lang="en-MY" dirty="0"/>
              <a:t> </a:t>
            </a:r>
            <a:r>
              <a:rPr lang="en-MY" dirty="0" err="1"/>
              <a:t>mengurangkan</a:t>
            </a:r>
            <a:r>
              <a:rPr lang="en-MY" dirty="0"/>
              <a:t> </a:t>
            </a:r>
            <a:r>
              <a:rPr lang="en-MY" dirty="0" err="1"/>
              <a:t>tempoh</a:t>
            </a:r>
            <a:r>
              <a:rPr lang="en-MY" dirty="0"/>
              <a:t> </a:t>
            </a:r>
            <a:r>
              <a:rPr lang="en-MY" dirty="0" err="1"/>
              <a:t>pemprosesan</a:t>
            </a:r>
            <a:r>
              <a:rPr lang="en-MY" dirty="0"/>
              <a:t>, </a:t>
            </a:r>
            <a:r>
              <a:rPr lang="en-MY" dirty="0" err="1"/>
              <a:t>meminimumkan</a:t>
            </a:r>
            <a:r>
              <a:rPr lang="en-MY" dirty="0"/>
              <a:t> kos </a:t>
            </a:r>
            <a:r>
              <a:rPr lang="en-MY" dirty="0" err="1"/>
              <a:t>operasi</a:t>
            </a:r>
            <a:r>
              <a:rPr lang="en-MY" dirty="0"/>
              <a:t>, </a:t>
            </a:r>
            <a:r>
              <a:rPr lang="en-MY" dirty="0" err="1"/>
              <a:t>serta</a:t>
            </a:r>
            <a:r>
              <a:rPr lang="en-MY" dirty="0"/>
              <a:t> </a:t>
            </a:r>
            <a:r>
              <a:rPr lang="en-MY" dirty="0" err="1"/>
              <a:t>meningkatkan</a:t>
            </a:r>
            <a:r>
              <a:rPr lang="en-MY" dirty="0"/>
              <a:t> </a:t>
            </a:r>
            <a:r>
              <a:rPr lang="en-MY" dirty="0" err="1"/>
              <a:t>kecekapan</a:t>
            </a:r>
            <a:r>
              <a:rPr lang="en-MY" dirty="0"/>
              <a:t>, </a:t>
            </a:r>
            <a:r>
              <a:rPr lang="en-MY" dirty="0" err="1"/>
              <a:t>ketelusan</a:t>
            </a:r>
            <a:r>
              <a:rPr lang="en-MY" dirty="0"/>
              <a:t> dan </a:t>
            </a:r>
            <a:r>
              <a:rPr lang="en-MY" dirty="0" err="1"/>
              <a:t>akauntabiliti</a:t>
            </a:r>
            <a:r>
              <a:rPr lang="en-MY" dirty="0"/>
              <a:t> </a:t>
            </a:r>
            <a:r>
              <a:rPr lang="en-MY" dirty="0" err="1"/>
              <a:t>dalam</a:t>
            </a:r>
            <a:r>
              <a:rPr lang="en-MY" dirty="0"/>
              <a:t> </a:t>
            </a:r>
            <a:r>
              <a:rPr lang="en-MY" dirty="0" err="1"/>
              <a:t>penyampaian</a:t>
            </a:r>
            <a:r>
              <a:rPr lang="en-MY" dirty="0"/>
              <a:t> </a:t>
            </a:r>
            <a:r>
              <a:rPr lang="en-MY" dirty="0" err="1"/>
              <a:t>perkhidmatan</a:t>
            </a:r>
            <a:r>
              <a:rPr lang="en-MY" dirty="0"/>
              <a:t>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C89C23C-DB10-FF98-5382-3E83913995B2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8477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lvl="0">
              <a:defRPr sz="3150" b="1">
                <a:solidFill>
                  <a:srgbClr val="071527"/>
                </a:solidFill>
              </a:defRPr>
            </a:pPr>
            <a:r>
              <a:rPr lang="en-MY" sz="3150" b="1" dirty="0"/>
              <a:t>Latar </a:t>
            </a:r>
            <a:r>
              <a:rPr lang="en-MY" sz="3150" b="1" dirty="0" err="1"/>
              <a:t>Belakang</a:t>
            </a:r>
            <a:r>
              <a:rPr lang="en-MY" sz="3150" b="1" dirty="0"/>
              <a:t> </a:t>
            </a:r>
            <a:r>
              <a:rPr lang="en-MY" sz="3150" b="1" dirty="0" err="1"/>
              <a:t>Projek</a:t>
            </a:r>
            <a:endParaRPr kumimoji="0" sz="3150" b="1" i="0" u="none" strike="noStrike" kern="1200" cap="none" spc="0" normalizeH="0" baseline="0" noProof="0" dirty="0">
              <a:ln>
                <a:noFill/>
              </a:ln>
              <a:solidFill>
                <a:srgbClr val="071527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C968300-FFAD-9714-2177-5A5A824CA4FD}"/>
              </a:ext>
            </a:extLst>
          </p:cNvPr>
          <p:cNvSpPr>
            <a:spLocks noGrp="1"/>
          </p:cNvSpPr>
          <p:nvPr/>
        </p:nvSpPr>
        <p:spPr>
          <a:xfrm>
            <a:off x="514350" y="1428750"/>
            <a:ext cx="11125200" cy="19050"/>
          </a:xfrm>
          <a:prstGeom prst="rect">
            <a:avLst/>
          </a:prstGeom>
          <a:solidFill>
            <a:srgbClr val="C9D5E5"/>
          </a:solidFill>
          <a:ln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3990210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B0313-8C46-76EF-DAE4-7196DCF84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B8C2ED9-6984-EBF6-6225-A2CE16A876C9}"/>
              </a:ext>
            </a:extLst>
          </p:cNvPr>
          <p:cNvSpPr txBox="1"/>
          <p:nvPr/>
        </p:nvSpPr>
        <p:spPr>
          <a:xfrm>
            <a:off x="589936" y="1774723"/>
            <a:ext cx="10674265" cy="43858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MY" dirty="0" err="1"/>
              <a:t>Membangunkan</a:t>
            </a:r>
            <a:r>
              <a:rPr lang="en-MY" dirty="0"/>
              <a:t> </a:t>
            </a:r>
            <a:r>
              <a:rPr lang="en-MY" dirty="0" err="1"/>
              <a:t>sistem</a:t>
            </a:r>
            <a:r>
              <a:rPr lang="en-MY" dirty="0"/>
              <a:t> </a:t>
            </a:r>
            <a:r>
              <a:rPr lang="en-MY" dirty="0" err="1"/>
              <a:t>Pendigitalan</a:t>
            </a:r>
            <a:r>
              <a:rPr lang="en-MY" dirty="0"/>
              <a:t> </a:t>
            </a:r>
            <a:r>
              <a:rPr lang="en-MY" dirty="0" err="1"/>
              <a:t>Permohonan</a:t>
            </a:r>
            <a:r>
              <a:rPr lang="en-MY" dirty="0"/>
              <a:t> </a:t>
            </a:r>
            <a:r>
              <a:rPr lang="en-MY" dirty="0" err="1"/>
              <a:t>Lesen</a:t>
            </a:r>
            <a:r>
              <a:rPr lang="en-MY" dirty="0"/>
              <a:t> </a:t>
            </a:r>
            <a:r>
              <a:rPr lang="en-MY" dirty="0" err="1"/>
              <a:t>Iklan</a:t>
            </a:r>
            <a:r>
              <a:rPr lang="en-MY" dirty="0"/>
              <a:t> (</a:t>
            </a:r>
            <a:r>
              <a:rPr lang="en-MY" dirty="0" err="1"/>
              <a:t>Kelulusan</a:t>
            </a:r>
            <a:r>
              <a:rPr lang="en-MY" dirty="0"/>
              <a:t> MPHLG) </a:t>
            </a:r>
            <a:r>
              <a:rPr lang="en-MY" dirty="0" err="1"/>
              <a:t>untuk</a:t>
            </a:r>
            <a:r>
              <a:rPr lang="en-MY" dirty="0"/>
              <a:t> </a:t>
            </a:r>
            <a:r>
              <a:rPr lang="en-MY" dirty="0" err="1"/>
              <a:t>Mengurangkan</a:t>
            </a:r>
            <a:r>
              <a:rPr lang="en-MY" dirty="0"/>
              <a:t> </a:t>
            </a:r>
            <a:r>
              <a:rPr lang="en-MY" dirty="0" err="1"/>
              <a:t>Tempoh</a:t>
            </a:r>
            <a:r>
              <a:rPr lang="en-MY" dirty="0"/>
              <a:t> </a:t>
            </a:r>
            <a:r>
              <a:rPr lang="en-MY" dirty="0" err="1"/>
              <a:t>Pemprosesan</a:t>
            </a:r>
            <a:r>
              <a:rPr lang="en-MY" dirty="0"/>
              <a:t> dan Kos </a:t>
            </a:r>
            <a:r>
              <a:rPr lang="en-MY" dirty="0" err="1"/>
              <a:t>Operasi</a:t>
            </a:r>
            <a:r>
              <a:rPr lang="en-MY" dirty="0"/>
              <a:t> </a:t>
            </a:r>
            <a:r>
              <a:rPr lang="en-MY" dirty="0" err="1"/>
              <a:t>dengan</a:t>
            </a:r>
            <a:r>
              <a:rPr lang="en-MY" dirty="0"/>
              <a:t> </a:t>
            </a:r>
            <a:r>
              <a:rPr lang="en-MY" dirty="0" err="1"/>
              <a:t>objektif</a:t>
            </a:r>
            <a:r>
              <a:rPr lang="en-MY" dirty="0"/>
              <a:t> </a:t>
            </a:r>
            <a:r>
              <a:rPr lang="en-MY" dirty="0" err="1"/>
              <a:t>berikut</a:t>
            </a:r>
            <a:r>
              <a:rPr lang="en-MY" dirty="0"/>
              <a:t>:</a:t>
            </a:r>
          </a:p>
          <a:p>
            <a:pPr algn="just"/>
            <a:endParaRPr lang="en-MY" dirty="0"/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MY" b="1" dirty="0" err="1"/>
              <a:t>Membangunkan</a:t>
            </a:r>
            <a:r>
              <a:rPr lang="en-MY" b="1" dirty="0"/>
              <a:t> </a:t>
            </a:r>
            <a:r>
              <a:rPr lang="en-MY" b="1" dirty="0" err="1"/>
              <a:t>sistem</a:t>
            </a:r>
            <a:r>
              <a:rPr lang="en-MY" b="1" dirty="0"/>
              <a:t> </a:t>
            </a:r>
            <a:r>
              <a:rPr lang="en-MY" b="1" dirty="0" err="1"/>
              <a:t>permohonan</a:t>
            </a:r>
            <a:r>
              <a:rPr lang="en-MY" b="1" dirty="0"/>
              <a:t> </a:t>
            </a:r>
            <a:r>
              <a:rPr lang="en-MY" b="1" dirty="0" err="1"/>
              <a:t>Lesen</a:t>
            </a:r>
            <a:r>
              <a:rPr lang="en-MY" b="1" dirty="0"/>
              <a:t> </a:t>
            </a:r>
            <a:r>
              <a:rPr lang="en-MY" b="1" dirty="0" err="1"/>
              <a:t>Iklan</a:t>
            </a:r>
            <a:r>
              <a:rPr lang="en-MY" b="1" dirty="0"/>
              <a:t> </a:t>
            </a:r>
            <a:r>
              <a:rPr lang="en-MY" b="1" dirty="0" err="1"/>
              <a:t>secara</a:t>
            </a:r>
            <a:r>
              <a:rPr lang="en-MY" b="1" dirty="0"/>
              <a:t> </a:t>
            </a:r>
            <a:r>
              <a:rPr lang="en-MY" b="1" dirty="0" err="1"/>
              <a:t>dalam</a:t>
            </a:r>
            <a:r>
              <a:rPr lang="en-MY" b="1" dirty="0"/>
              <a:t> </a:t>
            </a:r>
            <a:r>
              <a:rPr lang="en-MY" b="1" dirty="0" err="1"/>
              <a:t>talian</a:t>
            </a:r>
            <a:r>
              <a:rPr lang="en-MY" dirty="0"/>
              <a:t> yang </a:t>
            </a:r>
            <a:r>
              <a:rPr lang="en-MY" dirty="0" err="1"/>
              <a:t>membolehkan</a:t>
            </a:r>
            <a:r>
              <a:rPr lang="en-MY" dirty="0"/>
              <a:t> </a:t>
            </a:r>
            <a:r>
              <a:rPr lang="en-MY" dirty="0" err="1"/>
              <a:t>pemohon</a:t>
            </a:r>
            <a:r>
              <a:rPr lang="en-MY" dirty="0"/>
              <a:t> </a:t>
            </a:r>
            <a:r>
              <a:rPr lang="en-MY" dirty="0" err="1"/>
              <a:t>mengemukakan</a:t>
            </a:r>
            <a:r>
              <a:rPr lang="en-MY" dirty="0"/>
              <a:t> </a:t>
            </a:r>
            <a:r>
              <a:rPr lang="en-MY" dirty="0" err="1"/>
              <a:t>permohonan</a:t>
            </a:r>
            <a:r>
              <a:rPr lang="en-MY" dirty="0"/>
              <a:t> dan </a:t>
            </a:r>
            <a:r>
              <a:rPr lang="en-MY" dirty="0" err="1"/>
              <a:t>dokumen</a:t>
            </a:r>
            <a:r>
              <a:rPr lang="en-MY" dirty="0"/>
              <a:t> </a:t>
            </a:r>
            <a:r>
              <a:rPr lang="en-MY" dirty="0" err="1"/>
              <a:t>sokongan</a:t>
            </a:r>
            <a:r>
              <a:rPr lang="en-MY" dirty="0"/>
              <a:t> </a:t>
            </a:r>
            <a:r>
              <a:rPr lang="en-MY" dirty="0" err="1"/>
              <a:t>secara</a:t>
            </a:r>
            <a:r>
              <a:rPr lang="en-MY" dirty="0"/>
              <a:t> digital </a:t>
            </a:r>
            <a:r>
              <a:rPr lang="en-MY" dirty="0" err="1"/>
              <a:t>tanpa</a:t>
            </a:r>
            <a:r>
              <a:rPr lang="en-MY" dirty="0"/>
              <a:t> </a:t>
            </a:r>
            <a:r>
              <a:rPr lang="en-MY" dirty="0" err="1"/>
              <a:t>kehadiran</a:t>
            </a:r>
            <a:r>
              <a:rPr lang="en-MY" dirty="0"/>
              <a:t> </a:t>
            </a:r>
            <a:r>
              <a:rPr lang="en-MY" dirty="0" err="1"/>
              <a:t>fizikal</a:t>
            </a:r>
            <a:r>
              <a:rPr lang="en-MY" dirty="0"/>
              <a:t>. </a:t>
            </a: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de-DE" b="1" dirty="0"/>
              <a:t>Mewujudkan modul log masuk yang selamat dan berperingkat (</a:t>
            </a:r>
            <a:r>
              <a:rPr lang="de-DE" b="1" i="1" dirty="0"/>
              <a:t>role-based access</a:t>
            </a:r>
            <a:r>
              <a:rPr lang="de-DE" b="1" dirty="0"/>
              <a:t>)</a:t>
            </a:r>
            <a:r>
              <a:rPr lang="de-DE" dirty="0"/>
              <a:t> untuk pemohon, pegawai Dewan Bandaraya Kuching Utara (DBKU) serta agensi teknikal berkaitan. </a:t>
            </a:r>
            <a:endParaRPr lang="en-MY" dirty="0"/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de-DE" b="1" dirty="0"/>
              <a:t>Membangunkan </a:t>
            </a:r>
            <a:r>
              <a:rPr lang="de-DE" b="1" i="1" dirty="0"/>
              <a:t>dashboard</a:t>
            </a:r>
            <a:r>
              <a:rPr lang="de-DE" b="1" dirty="0"/>
              <a:t> bersepadu</a:t>
            </a:r>
            <a:r>
              <a:rPr lang="de-DE" dirty="0"/>
              <a:t> bagi memaparkan status permohonan, tempoh pemprosesan, serta tindakan yang diperlukan oleh setiap bahagian/agensi. </a:t>
            </a:r>
            <a:endParaRPr lang="en-MY" dirty="0"/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de-DE" b="1" dirty="0"/>
              <a:t>Menyediakan sistem semakan dan ulasan teknikal secara dalam talian</a:t>
            </a:r>
            <a:r>
              <a:rPr lang="de-DE" dirty="0"/>
              <a:t> yang membolehkan bahagian/agensi memberi maklum balas secara terus dalam sistem.</a:t>
            </a: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de-DE" b="1" dirty="0"/>
              <a:t>Mengintegrasikan aliran kerja (</a:t>
            </a:r>
            <a:r>
              <a:rPr lang="de-DE" b="1" i="1" dirty="0"/>
              <a:t>workflow</a:t>
            </a:r>
            <a:r>
              <a:rPr lang="de-DE" b="1" dirty="0"/>
              <a:t>) kelulusan berperingkat</a:t>
            </a:r>
            <a:r>
              <a:rPr lang="de-DE" dirty="0"/>
              <a:t> termasuk proses rujukan kepada MPHLG secara digital.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5D76CC0-AD78-754F-D439-8EE79A35BFF8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8477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lvl="0">
              <a:defRPr sz="3150" b="1">
                <a:solidFill>
                  <a:srgbClr val="071527"/>
                </a:solidFill>
              </a:defRPr>
            </a:pPr>
            <a:r>
              <a:rPr lang="en-MY" sz="3150" b="1" dirty="0" err="1"/>
              <a:t>Objektif</a:t>
            </a:r>
            <a:r>
              <a:rPr lang="en-MY" sz="3150" b="1" dirty="0"/>
              <a:t> </a:t>
            </a:r>
            <a:r>
              <a:rPr lang="en-MY" sz="3150" b="1" dirty="0" err="1"/>
              <a:t>Projek</a:t>
            </a:r>
            <a:endParaRPr kumimoji="0" sz="3150" b="1" i="0" u="none" strike="noStrike" kern="1200" cap="none" spc="0" normalizeH="0" baseline="0" noProof="0" dirty="0">
              <a:ln>
                <a:noFill/>
              </a:ln>
              <a:solidFill>
                <a:srgbClr val="071527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1A2B011-A085-D605-D76E-05ECD38F63EB}"/>
              </a:ext>
            </a:extLst>
          </p:cNvPr>
          <p:cNvSpPr>
            <a:spLocks noGrp="1"/>
          </p:cNvSpPr>
          <p:nvPr/>
        </p:nvSpPr>
        <p:spPr>
          <a:xfrm>
            <a:off x="514350" y="1428750"/>
            <a:ext cx="11125200" cy="19050"/>
          </a:xfrm>
          <a:prstGeom prst="rect">
            <a:avLst/>
          </a:prstGeom>
          <a:solidFill>
            <a:srgbClr val="C9D5E5"/>
          </a:solidFill>
          <a:ln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353618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AC6A07-AF33-353C-C36D-01D43CD0B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4B213E2-7C1A-278D-0E41-D6961802E19B}"/>
              </a:ext>
            </a:extLst>
          </p:cNvPr>
          <p:cNvSpPr txBox="1"/>
          <p:nvPr/>
        </p:nvSpPr>
        <p:spPr>
          <a:xfrm>
            <a:off x="589936" y="1774723"/>
            <a:ext cx="10674265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spcBef>
                <a:spcPts val="600"/>
              </a:spcBef>
              <a:spcAft>
                <a:spcPts val="600"/>
              </a:spcAft>
              <a:buFont typeface="+mj-lt"/>
              <a:buAutoNum type="alphaLcPeriod" startAt="6"/>
            </a:pPr>
            <a:r>
              <a:rPr lang="en-MY" b="1" dirty="0" err="1"/>
              <a:t>Mewujudkan</a:t>
            </a:r>
            <a:r>
              <a:rPr lang="en-MY" b="1" dirty="0"/>
              <a:t> </a:t>
            </a:r>
            <a:r>
              <a:rPr lang="en-MY" b="1" dirty="0" err="1"/>
              <a:t>fungsi</a:t>
            </a:r>
            <a:r>
              <a:rPr lang="en-MY" b="1" dirty="0"/>
              <a:t> </a:t>
            </a:r>
            <a:r>
              <a:rPr lang="en-MY" b="1" dirty="0" err="1"/>
              <a:t>penjejakan</a:t>
            </a:r>
            <a:r>
              <a:rPr lang="en-MY" b="1" dirty="0"/>
              <a:t> status </a:t>
            </a:r>
            <a:r>
              <a:rPr lang="en-MY" b="1" dirty="0" err="1"/>
              <a:t>permohonan</a:t>
            </a:r>
            <a:r>
              <a:rPr lang="en-MY" b="1" dirty="0"/>
              <a:t> </a:t>
            </a:r>
            <a:r>
              <a:rPr lang="en-MY" b="1" dirty="0" err="1"/>
              <a:t>secara</a:t>
            </a:r>
            <a:r>
              <a:rPr lang="en-MY" b="1" dirty="0"/>
              <a:t> masa </a:t>
            </a:r>
            <a:r>
              <a:rPr lang="en-MY" b="1" dirty="0" err="1"/>
              <a:t>nyata</a:t>
            </a:r>
            <a:r>
              <a:rPr lang="en-MY" dirty="0"/>
              <a:t> </a:t>
            </a:r>
            <a:r>
              <a:rPr lang="en-MY" dirty="0" err="1"/>
              <a:t>bagi</a:t>
            </a:r>
            <a:r>
              <a:rPr lang="en-MY" dirty="0"/>
              <a:t> </a:t>
            </a:r>
            <a:r>
              <a:rPr lang="en-MY" dirty="0" err="1"/>
              <a:t>meningkatkan</a:t>
            </a:r>
            <a:r>
              <a:rPr lang="en-MY" dirty="0"/>
              <a:t> </a:t>
            </a:r>
            <a:r>
              <a:rPr lang="en-MY" dirty="0" err="1"/>
              <a:t>ketelusan</a:t>
            </a:r>
            <a:r>
              <a:rPr lang="en-MY" dirty="0"/>
              <a:t> </a:t>
            </a:r>
            <a:r>
              <a:rPr lang="en-MY" dirty="0" err="1"/>
              <a:t>kepada</a:t>
            </a:r>
            <a:r>
              <a:rPr lang="en-MY" dirty="0"/>
              <a:t> </a:t>
            </a:r>
            <a:r>
              <a:rPr lang="en-MY" dirty="0" err="1"/>
              <a:t>pemohon</a:t>
            </a:r>
            <a:r>
              <a:rPr lang="en-MY" dirty="0"/>
              <a:t> dan </a:t>
            </a:r>
            <a:r>
              <a:rPr lang="en-MY" dirty="0" err="1"/>
              <a:t>pihak</a:t>
            </a:r>
            <a:r>
              <a:rPr lang="en-MY" dirty="0"/>
              <a:t> </a:t>
            </a:r>
            <a:r>
              <a:rPr lang="en-MY" dirty="0" err="1"/>
              <a:t>berkepentingan</a:t>
            </a:r>
            <a:r>
              <a:rPr lang="en-MY" dirty="0"/>
              <a:t>.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+mj-lt"/>
              <a:buAutoNum type="alphaLcPeriod" startAt="6"/>
            </a:pPr>
            <a:r>
              <a:rPr lang="en-MY" b="1" dirty="0" err="1"/>
              <a:t>Membangunkan</a:t>
            </a:r>
            <a:r>
              <a:rPr lang="en-MY" b="1" dirty="0"/>
              <a:t> </a:t>
            </a:r>
            <a:r>
              <a:rPr lang="en-MY" b="1" dirty="0" err="1"/>
              <a:t>modul</a:t>
            </a:r>
            <a:r>
              <a:rPr lang="en-MY" b="1" dirty="0"/>
              <a:t> </a:t>
            </a:r>
            <a:r>
              <a:rPr lang="en-MY" b="1" dirty="0" err="1"/>
              <a:t>notifikasi</a:t>
            </a:r>
            <a:r>
              <a:rPr lang="en-MY" b="1" dirty="0"/>
              <a:t> </a:t>
            </a:r>
            <a:r>
              <a:rPr lang="en-MY" b="1" dirty="0" err="1"/>
              <a:t>automatik</a:t>
            </a:r>
            <a:r>
              <a:rPr lang="en-MY" dirty="0"/>
              <a:t> (</a:t>
            </a:r>
            <a:r>
              <a:rPr lang="en-MY" dirty="0" err="1"/>
              <a:t>emel</a:t>
            </a:r>
            <a:r>
              <a:rPr lang="en-MY" dirty="0"/>
              <a:t>/</a:t>
            </a:r>
            <a:r>
              <a:rPr lang="en-MY" dirty="0" err="1"/>
              <a:t>sistem</a:t>
            </a:r>
            <a:r>
              <a:rPr lang="en-MY" dirty="0"/>
              <a:t>) </a:t>
            </a:r>
            <a:r>
              <a:rPr lang="en-MY" dirty="0" err="1"/>
              <a:t>untuk</a:t>
            </a:r>
            <a:r>
              <a:rPr lang="en-MY" dirty="0"/>
              <a:t> </a:t>
            </a:r>
            <a:r>
              <a:rPr lang="en-MY" dirty="0" err="1"/>
              <a:t>memaklumkan</a:t>
            </a:r>
            <a:r>
              <a:rPr lang="en-MY" dirty="0"/>
              <a:t> status </a:t>
            </a:r>
            <a:r>
              <a:rPr lang="en-MY" dirty="0" err="1"/>
              <a:t>permohonan</a:t>
            </a:r>
            <a:r>
              <a:rPr lang="en-MY" dirty="0"/>
              <a:t>, </a:t>
            </a:r>
            <a:r>
              <a:rPr lang="en-MY" dirty="0" err="1"/>
              <a:t>permintaan</a:t>
            </a:r>
            <a:r>
              <a:rPr lang="en-MY" dirty="0"/>
              <a:t> </a:t>
            </a:r>
            <a:r>
              <a:rPr lang="en-MY" dirty="0" err="1"/>
              <a:t>maklumat</a:t>
            </a:r>
            <a:r>
              <a:rPr lang="en-MY" dirty="0"/>
              <a:t> </a:t>
            </a:r>
            <a:r>
              <a:rPr lang="en-MY" dirty="0" err="1"/>
              <a:t>tambahan</a:t>
            </a:r>
            <a:r>
              <a:rPr lang="en-MY" dirty="0"/>
              <a:t> dan </a:t>
            </a:r>
            <a:r>
              <a:rPr lang="en-MY" dirty="0" err="1"/>
              <a:t>keputusan</a:t>
            </a:r>
            <a:r>
              <a:rPr lang="en-MY" dirty="0"/>
              <a:t> </a:t>
            </a:r>
            <a:r>
              <a:rPr lang="en-MY" dirty="0" err="1"/>
              <a:t>kelulusan</a:t>
            </a:r>
            <a:r>
              <a:rPr lang="en-MY" dirty="0"/>
              <a:t>. 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+mj-lt"/>
              <a:buAutoNum type="alphaLcPeriod" startAt="6"/>
            </a:pPr>
            <a:r>
              <a:rPr lang="en-MY" b="1" dirty="0" err="1"/>
              <a:t>Menyediakan</a:t>
            </a:r>
            <a:r>
              <a:rPr lang="en-MY" b="1" dirty="0"/>
              <a:t> </a:t>
            </a:r>
            <a:r>
              <a:rPr lang="en-MY" b="1" dirty="0" err="1"/>
              <a:t>pangkalan</a:t>
            </a:r>
            <a:r>
              <a:rPr lang="en-MY" b="1" dirty="0"/>
              <a:t> data </a:t>
            </a:r>
            <a:r>
              <a:rPr lang="en-MY" b="1" dirty="0" err="1"/>
              <a:t>berpusat</a:t>
            </a:r>
            <a:r>
              <a:rPr lang="en-MY" b="1" dirty="0"/>
              <a:t> (</a:t>
            </a:r>
            <a:r>
              <a:rPr lang="en-MY" b="1" i="1" dirty="0"/>
              <a:t>centralized database</a:t>
            </a:r>
            <a:r>
              <a:rPr lang="en-MY" b="1" dirty="0"/>
              <a:t>)</a:t>
            </a:r>
            <a:r>
              <a:rPr lang="en-MY" dirty="0"/>
              <a:t> </a:t>
            </a:r>
            <a:r>
              <a:rPr lang="en-MY" dirty="0" err="1"/>
              <a:t>untuk</a:t>
            </a:r>
            <a:r>
              <a:rPr lang="en-MY" dirty="0"/>
              <a:t> </a:t>
            </a:r>
            <a:r>
              <a:rPr lang="en-MY" dirty="0" err="1"/>
              <a:t>penyimpanan</a:t>
            </a:r>
            <a:r>
              <a:rPr lang="en-MY" dirty="0"/>
              <a:t> </a:t>
            </a:r>
            <a:r>
              <a:rPr lang="en-MY" dirty="0" err="1"/>
              <a:t>rekod</a:t>
            </a:r>
            <a:r>
              <a:rPr lang="en-MY" dirty="0"/>
              <a:t> </a:t>
            </a:r>
            <a:r>
              <a:rPr lang="en-MY" dirty="0" err="1"/>
              <a:t>permohonan</a:t>
            </a:r>
            <a:r>
              <a:rPr lang="en-MY" dirty="0"/>
              <a:t>, </a:t>
            </a:r>
            <a:r>
              <a:rPr lang="en-MY" dirty="0" err="1"/>
              <a:t>dokumen</a:t>
            </a:r>
            <a:r>
              <a:rPr lang="en-MY" dirty="0"/>
              <a:t> dan </a:t>
            </a:r>
            <a:r>
              <a:rPr lang="en-MY" dirty="0" err="1"/>
              <a:t>keputusan</a:t>
            </a:r>
            <a:r>
              <a:rPr lang="en-MY" dirty="0"/>
              <a:t> </a:t>
            </a:r>
            <a:r>
              <a:rPr lang="en-MY" dirty="0" err="1"/>
              <a:t>bagi</a:t>
            </a:r>
            <a:r>
              <a:rPr lang="en-MY" dirty="0"/>
              <a:t> </a:t>
            </a:r>
            <a:r>
              <a:rPr lang="en-MY" dirty="0" err="1"/>
              <a:t>tujuan</a:t>
            </a:r>
            <a:r>
              <a:rPr lang="en-MY" dirty="0"/>
              <a:t> </a:t>
            </a:r>
            <a:r>
              <a:rPr lang="en-MY" dirty="0" err="1"/>
              <a:t>rujukan</a:t>
            </a:r>
            <a:r>
              <a:rPr lang="en-MY" dirty="0"/>
              <a:t> dan audit. 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+mj-lt"/>
              <a:buAutoNum type="alphaLcPeriod" startAt="6"/>
            </a:pPr>
            <a:r>
              <a:rPr lang="en-MY" b="1" dirty="0" err="1"/>
              <a:t>Mewujudkan</a:t>
            </a:r>
            <a:r>
              <a:rPr lang="en-MY" b="1" dirty="0"/>
              <a:t> </a:t>
            </a:r>
            <a:r>
              <a:rPr lang="en-MY" b="1" dirty="0" err="1"/>
              <a:t>fungsi</a:t>
            </a:r>
            <a:r>
              <a:rPr lang="en-MY" b="1" dirty="0"/>
              <a:t> </a:t>
            </a:r>
            <a:r>
              <a:rPr lang="en-MY" b="1" dirty="0" err="1"/>
              <a:t>analitik</a:t>
            </a:r>
            <a:r>
              <a:rPr lang="en-MY" b="1" dirty="0"/>
              <a:t> dan </a:t>
            </a:r>
            <a:r>
              <a:rPr lang="en-MY" b="1" dirty="0" err="1"/>
              <a:t>pelaporan</a:t>
            </a:r>
            <a:r>
              <a:rPr lang="en-MY" dirty="0"/>
              <a:t> </a:t>
            </a:r>
            <a:r>
              <a:rPr lang="en-MY" dirty="0" err="1"/>
              <a:t>bagi</a:t>
            </a:r>
            <a:r>
              <a:rPr lang="en-MY" dirty="0"/>
              <a:t> </a:t>
            </a:r>
            <a:r>
              <a:rPr lang="en-MY" dirty="0" err="1"/>
              <a:t>memantau</a:t>
            </a:r>
            <a:r>
              <a:rPr lang="en-MY" dirty="0"/>
              <a:t> </a:t>
            </a:r>
            <a:r>
              <a:rPr lang="en-MY" dirty="0" err="1"/>
              <a:t>prestasi</a:t>
            </a:r>
            <a:r>
              <a:rPr lang="en-MY" dirty="0"/>
              <a:t> </a:t>
            </a:r>
            <a:r>
              <a:rPr lang="en-MY" dirty="0" err="1"/>
              <a:t>pemprosesan</a:t>
            </a:r>
            <a:r>
              <a:rPr lang="en-MY" dirty="0"/>
              <a:t> </a:t>
            </a:r>
            <a:r>
              <a:rPr lang="en-MY" dirty="0" err="1"/>
              <a:t>seperti</a:t>
            </a:r>
            <a:r>
              <a:rPr lang="en-MY" dirty="0"/>
              <a:t> </a:t>
            </a:r>
            <a:r>
              <a:rPr lang="en-MY" dirty="0" err="1"/>
              <a:t>tempoh</a:t>
            </a:r>
            <a:r>
              <a:rPr lang="en-MY" dirty="0"/>
              <a:t> </a:t>
            </a:r>
            <a:r>
              <a:rPr lang="en-MY" dirty="0" err="1"/>
              <a:t>kelulusan</a:t>
            </a:r>
            <a:r>
              <a:rPr lang="en-MY" dirty="0"/>
              <a:t>, </a:t>
            </a:r>
            <a:r>
              <a:rPr lang="en-MY" dirty="0" err="1"/>
              <a:t>jumlah</a:t>
            </a:r>
            <a:r>
              <a:rPr lang="en-MY" dirty="0"/>
              <a:t> </a:t>
            </a:r>
            <a:r>
              <a:rPr lang="en-MY" dirty="0" err="1"/>
              <a:t>permohonan</a:t>
            </a:r>
            <a:r>
              <a:rPr lang="en-MY" dirty="0"/>
              <a:t> dan </a:t>
            </a:r>
            <a:r>
              <a:rPr lang="en-MY" dirty="0" err="1"/>
              <a:t>kecekapan</a:t>
            </a:r>
            <a:r>
              <a:rPr lang="en-MY" dirty="0"/>
              <a:t> </a:t>
            </a:r>
            <a:r>
              <a:rPr lang="en-MY" dirty="0" err="1"/>
              <a:t>agensi</a:t>
            </a:r>
            <a:r>
              <a:rPr lang="en-MY" dirty="0"/>
              <a:t> </a:t>
            </a:r>
            <a:r>
              <a:rPr lang="en-MY" dirty="0" err="1"/>
              <a:t>terlibat</a:t>
            </a:r>
            <a:r>
              <a:rPr lang="en-MY" dirty="0"/>
              <a:t>. 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+mj-lt"/>
              <a:buAutoNum type="alphaLcPeriod" startAt="6"/>
            </a:pPr>
            <a:r>
              <a:rPr lang="en-MY" b="1" dirty="0" err="1"/>
              <a:t>Mengurangkan</a:t>
            </a:r>
            <a:r>
              <a:rPr lang="en-MY" b="1" dirty="0"/>
              <a:t> </a:t>
            </a:r>
            <a:r>
              <a:rPr lang="en-MY" b="1" dirty="0" err="1"/>
              <a:t>kebergantungan</a:t>
            </a:r>
            <a:r>
              <a:rPr lang="en-MY" b="1" dirty="0"/>
              <a:t> </a:t>
            </a:r>
            <a:r>
              <a:rPr lang="en-MY" b="1" dirty="0" err="1"/>
              <a:t>kepada</a:t>
            </a:r>
            <a:r>
              <a:rPr lang="en-MY" b="1" dirty="0"/>
              <a:t> proses manual dan </a:t>
            </a:r>
            <a:r>
              <a:rPr lang="en-MY" b="1" dirty="0" err="1"/>
              <a:t>dokumen</a:t>
            </a:r>
            <a:r>
              <a:rPr lang="en-MY" b="1" dirty="0"/>
              <a:t> </a:t>
            </a:r>
            <a:r>
              <a:rPr lang="en-MY" b="1" dirty="0" err="1"/>
              <a:t>fizikal</a:t>
            </a:r>
            <a:r>
              <a:rPr lang="en-MY" dirty="0"/>
              <a:t> </a:t>
            </a:r>
            <a:r>
              <a:rPr lang="en-MY" dirty="0" err="1"/>
              <a:t>melalui</a:t>
            </a:r>
            <a:r>
              <a:rPr lang="en-MY" dirty="0"/>
              <a:t> </a:t>
            </a:r>
            <a:r>
              <a:rPr lang="en-MY" dirty="0" err="1"/>
              <a:t>automasi</a:t>
            </a:r>
            <a:r>
              <a:rPr lang="en-MY" dirty="0"/>
              <a:t> proses, </a:t>
            </a:r>
            <a:r>
              <a:rPr lang="en-MY" dirty="0" err="1"/>
              <a:t>sekali</a:t>
            </a:r>
            <a:r>
              <a:rPr lang="en-MY" dirty="0"/>
              <a:t> </a:t>
            </a:r>
            <a:r>
              <a:rPr lang="en-MY" dirty="0" err="1"/>
              <a:t>gus</a:t>
            </a:r>
            <a:r>
              <a:rPr lang="en-MY" dirty="0"/>
              <a:t> </a:t>
            </a:r>
            <a:r>
              <a:rPr lang="en-MY" dirty="0" err="1"/>
              <a:t>menjimatkan</a:t>
            </a:r>
            <a:r>
              <a:rPr lang="en-MY" dirty="0"/>
              <a:t> kos </a:t>
            </a:r>
            <a:r>
              <a:rPr lang="en-MY" dirty="0" err="1"/>
              <a:t>operasi</a:t>
            </a:r>
            <a:r>
              <a:rPr lang="en-MY" dirty="0"/>
              <a:t> dan </a:t>
            </a:r>
            <a:r>
              <a:rPr lang="en-MY" dirty="0" err="1"/>
              <a:t>meningkatkan</a:t>
            </a:r>
            <a:r>
              <a:rPr lang="en-MY" dirty="0"/>
              <a:t> </a:t>
            </a:r>
            <a:r>
              <a:rPr lang="en-MY" dirty="0" err="1"/>
              <a:t>kecekapan</a:t>
            </a:r>
            <a:r>
              <a:rPr lang="en-MY" dirty="0"/>
              <a:t> </a:t>
            </a:r>
            <a:r>
              <a:rPr lang="en-MY" dirty="0" err="1"/>
              <a:t>penyampaian</a:t>
            </a:r>
            <a:r>
              <a:rPr lang="en-MY" dirty="0"/>
              <a:t> </a:t>
            </a:r>
            <a:r>
              <a:rPr lang="en-MY" dirty="0" err="1"/>
              <a:t>perkhidmatan</a:t>
            </a:r>
            <a:r>
              <a:rPr lang="en-MY" dirty="0"/>
              <a:t>.</a:t>
            </a:r>
            <a:endParaRPr lang="de-DE" dirty="0"/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MY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332301C-8612-5AE8-5CB8-E5C88C9AD637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8477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lvl="0">
              <a:defRPr sz="3150" b="1">
                <a:solidFill>
                  <a:srgbClr val="071527"/>
                </a:solidFill>
              </a:defRPr>
            </a:pPr>
            <a:r>
              <a:rPr lang="en-MY" sz="3150" b="1" dirty="0" err="1"/>
              <a:t>Objektif</a:t>
            </a:r>
            <a:r>
              <a:rPr lang="en-MY" sz="3150" b="1" dirty="0"/>
              <a:t> </a:t>
            </a:r>
            <a:r>
              <a:rPr lang="en-MY" sz="3150" b="1" dirty="0" err="1"/>
              <a:t>Projek</a:t>
            </a:r>
            <a:endParaRPr kumimoji="0" sz="3150" b="1" i="0" u="none" strike="noStrike" kern="1200" cap="none" spc="0" normalizeH="0" baseline="0" noProof="0" dirty="0">
              <a:ln>
                <a:noFill/>
              </a:ln>
              <a:solidFill>
                <a:srgbClr val="071527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CF0A7DC-0312-1753-0E80-63057A7AFE3C}"/>
              </a:ext>
            </a:extLst>
          </p:cNvPr>
          <p:cNvSpPr>
            <a:spLocks noGrp="1"/>
          </p:cNvSpPr>
          <p:nvPr/>
        </p:nvSpPr>
        <p:spPr>
          <a:xfrm>
            <a:off x="514350" y="1428750"/>
            <a:ext cx="11125200" cy="19050"/>
          </a:xfrm>
          <a:prstGeom prst="rect">
            <a:avLst/>
          </a:prstGeom>
          <a:solidFill>
            <a:srgbClr val="C9D5E5"/>
          </a:solidFill>
          <a:ln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434034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330</TotalTime>
  <Words>387</Words>
  <Application>Microsoft Office PowerPoint</Application>
  <PresentationFormat>Widescreen</PresentationFormat>
  <Paragraphs>20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61</cp:revision>
  <dcterms:created xsi:type="dcterms:W3CDTF">2026-06-30T00:15:46Z</dcterms:created>
  <dcterms:modified xsi:type="dcterms:W3CDTF">2026-06-30T05:57:21Z</dcterms:modified>
</cp:coreProperties>
</file>