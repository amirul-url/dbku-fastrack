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72" r:id="rId5"/>
    <p:sldId id="259" r:id="rId6"/>
    <p:sldId id="260" r:id="rId7"/>
    <p:sldId id="274" r:id="rId8"/>
    <p:sldId id="267" r:id="rId9"/>
    <p:sldId id="271" r:id="rId10"/>
    <p:sldId id="273" r:id="rId11"/>
    <p:sldId id="295" r:id="rId12"/>
    <p:sldId id="276" r:id="rId13"/>
    <p:sldId id="277" r:id="rId14"/>
    <p:sldId id="279" r:id="rId15"/>
    <p:sldId id="278" r:id="rId16"/>
    <p:sldId id="282" r:id="rId17"/>
    <p:sldId id="283" r:id="rId18"/>
    <p:sldId id="284" r:id="rId19"/>
    <p:sldId id="285" r:id="rId20"/>
    <p:sldId id="287" r:id="rId21"/>
    <p:sldId id="288" r:id="rId22"/>
    <p:sldId id="289" r:id="rId23"/>
    <p:sldId id="293" r:id="rId24"/>
    <p:sldId id="291" r:id="rId25"/>
    <p:sldId id="294" r:id="rId26"/>
    <p:sldId id="296" r:id="rId27"/>
    <p:sldId id="297" r:id="rId28"/>
    <p:sldId id="310" r:id="rId29"/>
    <p:sldId id="280" r:id="rId30"/>
    <p:sldId id="301" r:id="rId31"/>
    <p:sldId id="308" r:id="rId32"/>
    <p:sldId id="309" r:id="rId33"/>
    <p:sldId id="300" r:id="rId34"/>
    <p:sldId id="263" r:id="rId35"/>
    <p:sldId id="261" r:id="rId36"/>
    <p:sldId id="262" r:id="rId37"/>
    <p:sldId id="268" r:id="rId3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7706"/>
    <a:srgbClr val="D86ECC"/>
    <a:srgbClr val="7C3AED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F098E-8A16-2D9F-E184-C687D14D0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C92EF-1B61-24C4-13F9-02B246204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3084C-5F16-EAA1-89B9-BD658A284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C1E4F-0052-B419-F29F-6611098B720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5590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7AF58-89A1-6D5B-C98C-508131A5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4ADCE-6486-B24F-8443-EDF9B7A37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6692D-83D6-46FE-C3A9-11CD17C64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F56E-F368-42AA-0B58-2785BF7AEB9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2344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BDF6-1B9E-B245-EEAB-A0A3364F4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BE0BB-B636-1B47-CD3F-758553530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9A9EE4-235B-2178-B760-CE543CBAF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9E8C0-3450-2C4E-1380-DAE0441C96E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3045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F11A3-F75B-ECB2-5655-162105CE8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94F51-8EAB-B230-9B68-867A5BA35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F4760-1D41-E4F4-1F6E-CC6B6A81B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D7950-22D1-79D3-9723-97A91AC25F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9752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F7A2A-C24B-EE7E-05F7-9AC6DA80E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0BC19-9A36-7CE3-3EA1-765586E35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831D9-E1A8-5421-E7FD-5E3413C58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FF3C7-01B7-AD37-26DD-3D6218EAEA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4023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7BB37-D1E9-2F08-81CC-491370FB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E51AA-5197-B2A4-8E0B-6A2D1134D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862C9-F8E1-62CF-AB08-F9BCE5967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2FB6F-3F98-D3A1-667C-D1E2546A5A1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34677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75F8-0F7F-B9EC-45D5-A8C852893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70F54-98B1-4943-BCAA-3CF7F81C8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D21A7-70D3-8640-EC67-2BF7679E7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96AAC-AB7A-E38A-8E8C-453359826F4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0865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ACA00-A5B1-4A2A-432A-B652AB88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85C5A-0143-1CBD-8359-F323E12AE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05CF4-0F3F-DAA2-BBEC-CB1D996F6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BB352-8023-C32F-25AA-743CCA1E2D7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65688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BACAB-3851-A73A-E198-E9F7E0A35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1F88A-BC02-7531-DA25-05BA80458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7616A-2E54-DD7F-856D-195934EDE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14BC8-9D43-EB71-0850-871D3F0CBF5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2106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3B9C2-2995-2E6F-59EF-69A3C4FC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500B9-4C8A-DEC8-CCD7-5A75166A9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113C7-E3CD-B6FD-0CC8-C44BE6A0C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D0432-9CA3-1B62-4D38-0E2ADB0E391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14042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F6DE-AB16-ACC9-0953-FF78685D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A215C-4897-5348-0433-EC8B79081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2DE0D-B691-00E5-9540-90A044BE1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C6435-844C-2D4F-C0CB-5DBD59F173A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68826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EB35F-83A1-ACEE-3742-F0B54ABC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F8995-41E9-4ACB-E489-CBA98AC48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53A68-654C-888F-5D97-128597981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22FC4-A5CC-054A-4CE4-34CAD17A69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05985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2F405-D2FE-229C-9D80-9C6896B2C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0D97B-91B2-AB43-D0E2-B915F29DF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E3CB3-2816-9D16-8153-5F382C108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47519-1613-AF57-2A0F-EBFF9C2D62B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080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F23E0-E57C-3B83-8B34-2EA65FDFE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B32F6-5CED-DDD4-C39E-84E9910EF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92B9A-0F72-0D3E-232D-ABADD8577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EBA13-0E14-1C15-E886-E3A74A93536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27084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3FD12-4B68-A4CD-E54E-E5923028B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C089B-F3A0-2A95-023E-C3A055AF4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7DFAF-2CD1-058C-6E7C-2C001C30A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B5659-C33B-87F9-C539-F9EE1926982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7605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F320-9D22-8129-7758-13351CD4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E4E21-697D-E088-8179-B73F1955B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17548A-8DBF-16C4-698D-76A837D3A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22AC9-DF9D-B035-1E34-950452CF61D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87908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0281F-C753-9FF0-9107-EB68D0CF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F6CD8-3AFD-FA72-8D7B-EAF16642F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32D92-7F2E-5AC1-B646-592479A66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3FB95-879E-61C0-33B4-C0ACFEA9302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85630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B2FA-A206-A198-CD8A-773CDC01C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E4B81-710B-3DFA-C59C-90FEE9256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ACE4A-0E56-54A7-D00B-DBB8983F8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78A0E-D4DD-326C-3172-C02300925AE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59855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6F29A-0520-4957-9FCC-3135C8CF1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84D3F-D532-0075-2D5F-B5BFBEF9F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5D2B2-F79D-C555-54EC-54FE5D943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297C3-BF79-EDA4-BE4D-633978F32CB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42668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BB363-450A-816D-AF27-4913D74C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ACA96-52AB-B00B-6D88-DF48A08F5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128CE-F331-5669-65C5-A461D7DF5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7B4A1-3945-5EC7-A631-904618FC722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82303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57272-76FC-CC84-083C-E7687289C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9EF62-9102-5C5B-0DB6-CA8D33E8A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E5FAF-5E8F-E09D-BE7C-4B5232F66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596C8-8D64-8683-07B9-9531845BBCB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66986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FD100A-A2AB-9E88-D306-45D98B759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53350" y="1069725"/>
            <a:ext cx="3905250" cy="21316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4CFC8AE-2A21-46BC-D16A-DACB3A95EB08}"/>
              </a:ext>
            </a:extLst>
          </p:cNvPr>
          <p:cNvSpPr>
            <a:spLocks noGrp="1"/>
          </p:cNvSpPr>
          <p:nvPr/>
        </p:nvSpPr>
        <p:spPr>
          <a:xfrm>
            <a:off x="704850" y="175260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 i="0">
                <a:solidFill>
                  <a:srgbClr val="006B49"/>
                </a:solidFill>
              </a:defRPr>
            </a:pPr>
            <a:r>
              <a:rPr sz="3750" b="1" i="0" dirty="0" err="1">
                <a:solidFill>
                  <a:srgbClr val="006B49"/>
                </a:solidFill>
              </a:rPr>
              <a:t>Laporan</a:t>
            </a:r>
            <a:r>
              <a:rPr sz="3750" b="1" i="0" dirty="0">
                <a:solidFill>
                  <a:srgbClr val="006B49"/>
                </a:solidFill>
              </a:rPr>
              <a:t> </a:t>
            </a:r>
            <a:r>
              <a:rPr sz="3750" b="1" i="0" dirty="0" err="1">
                <a:solidFill>
                  <a:srgbClr val="006B49"/>
                </a:solidFill>
              </a:rPr>
              <a:t>Sistem</a:t>
            </a:r>
            <a:endParaRPr sz="3750" b="1" i="0" dirty="0">
              <a:solidFill>
                <a:srgbClr val="006B49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6FD9B5-31B2-CECB-C719-F3B6591AE4AC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6858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 i="0">
                <a:solidFill>
                  <a:srgbClr val="071527"/>
                </a:solidFill>
              </a:defRPr>
            </a:pPr>
            <a:r>
              <a:rPr sz="3150" b="1" i="0">
                <a:solidFill>
                  <a:srgbClr val="071527"/>
                </a:solidFill>
              </a:rPr>
              <a:t>Pendigitalan Permohonan Lesen Iklan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4D3C51-C2D6-E592-5900-E87DC6078C01}"/>
              </a:ext>
            </a:extLst>
          </p:cNvPr>
          <p:cNvSpPr>
            <a:spLocks noGrp="1"/>
          </p:cNvSpPr>
          <p:nvPr/>
        </p:nvSpPr>
        <p:spPr>
          <a:xfrm>
            <a:off x="742950" y="3429000"/>
            <a:ext cx="619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 i="0">
                <a:solidFill>
                  <a:srgbClr val="4F627A"/>
                </a:solidFill>
              </a:defRPr>
            </a:pP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Sistem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ALiS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untuk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semakan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teknikal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kelulusan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digital, </a:t>
            </a: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bayaran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pengeluaran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iklan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secara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dalam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0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talian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7AE7F0-CC85-597D-3DD9-B51B3A81D8CB}"/>
              </a:ext>
            </a:extLst>
          </p:cNvPr>
          <p:cNvSpPr>
            <a:spLocks noGrp="1"/>
          </p:cNvSpPr>
          <p:nvPr/>
        </p:nvSpPr>
        <p:spPr>
          <a:xfrm>
            <a:off x="742950" y="4905375"/>
            <a:ext cx="3333750" cy="457200"/>
          </a:xfrm>
          <a:prstGeom prst="roundRect">
            <a:avLst>
              <a:gd name="adj" fmla="val 16667"/>
            </a:avLst>
          </a:prstGeom>
          <a:solidFill>
            <a:srgbClr val="E9F8F1"/>
          </a:solidFill>
          <a:ln w="9525">
            <a:solidFill>
              <a:srgbClr val="00865D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1416B0-97EF-8854-BB6A-D022AF7C3E9A}"/>
              </a:ext>
            </a:extLst>
          </p:cNvPr>
          <p:cNvSpPr>
            <a:spLocks noGrp="1"/>
          </p:cNvSpPr>
          <p:nvPr/>
        </p:nvSpPr>
        <p:spPr>
          <a:xfrm>
            <a:off x="933450" y="50387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06B49"/>
                </a:solidFill>
              </a:defRPr>
            </a:pPr>
            <a:r>
              <a:rPr sz="1275" b="1" i="0" dirty="0" err="1">
                <a:solidFill>
                  <a:srgbClr val="006B49"/>
                </a:solidFill>
              </a:rPr>
              <a:t>Projek</a:t>
            </a:r>
            <a:r>
              <a:rPr sz="1275" b="1" i="0" dirty="0">
                <a:solidFill>
                  <a:srgbClr val="006B49"/>
                </a:solidFill>
              </a:rPr>
              <a:t> RKB | </a:t>
            </a:r>
            <a:r>
              <a:rPr sz="1275" b="1" i="0" dirty="0" err="1">
                <a:solidFill>
                  <a:srgbClr val="006B49"/>
                </a:solidFill>
              </a:rPr>
              <a:t>Bahagian</a:t>
            </a:r>
            <a:r>
              <a:rPr sz="1275" b="1" i="0" dirty="0">
                <a:solidFill>
                  <a:srgbClr val="006B49"/>
                </a:solidFill>
              </a:rPr>
              <a:t> </a:t>
            </a:r>
            <a:r>
              <a:rPr sz="1275" b="1" i="0" dirty="0" err="1">
                <a:solidFill>
                  <a:srgbClr val="006B49"/>
                </a:solidFill>
              </a:rPr>
              <a:t>Pelesenan</a:t>
            </a:r>
            <a:endParaRPr sz="1275" b="1" i="0" dirty="0">
              <a:solidFill>
                <a:srgbClr val="006B49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A0CD9C-8E70-276C-AAB8-494F24140AC5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1B0B5A-CEA1-EFAE-E354-069AAE67C3F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Pendigitalan</a:t>
            </a:r>
            <a:r>
              <a:rPr sz="9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9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sz="9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9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sz="9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9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Iklan</a:t>
            </a:r>
            <a:r>
              <a:rPr sz="9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| </a:t>
            </a:r>
            <a:r>
              <a:rPr sz="9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ALiS</a:t>
            </a:r>
            <a:endParaRPr sz="975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AA7824-B059-4465-A764-CCA4ABABCF68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C70DA-63F7-3B53-F98C-B6411F944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066" y="3521550"/>
            <a:ext cx="4481817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7543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8F2E19-A6A4-49A8-83B1-2460B3C41A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 dirty="0" err="1">
                <a:solidFill>
                  <a:srgbClr val="071527"/>
                </a:solidFill>
              </a:rPr>
              <a:t>Ringkasan</a:t>
            </a:r>
            <a:r>
              <a:rPr sz="2850" b="1" i="0" dirty="0">
                <a:solidFill>
                  <a:srgbClr val="071527"/>
                </a:solidFill>
              </a:rPr>
              <a:t> </a:t>
            </a:r>
            <a:r>
              <a:rPr sz="2850" b="1" i="0" dirty="0" err="1">
                <a:solidFill>
                  <a:srgbClr val="071527"/>
                </a:solidFill>
              </a:rPr>
              <a:t>Projek</a:t>
            </a:r>
            <a:endParaRPr sz="2850" b="1" i="0" dirty="0">
              <a:solidFill>
                <a:srgbClr val="07152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0A44E0-0495-47A1-9CA2-6ABD0B83E4E2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640901-0981-4B49-91FF-EABB394AB1E4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4953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8EC0E6-0658-4CAD-8D91-AA73236E2AE5}"/>
              </a:ext>
            </a:extLst>
          </p:cNvPr>
          <p:cNvSpPr>
            <a:spLocks noGrp="1"/>
          </p:cNvSpPr>
          <p:nvPr/>
        </p:nvSpPr>
        <p:spPr>
          <a:xfrm>
            <a:off x="933450" y="203835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Latar </a:t>
            </a:r>
            <a:r>
              <a:rPr sz="150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belakang</a:t>
            </a:r>
            <a:endParaRPr sz="150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6C90C6-EA54-4F77-979A-E59AD143BAB4}"/>
              </a:ext>
            </a:extLst>
          </p:cNvPr>
          <p:cNvSpPr>
            <a:spLocks noGrp="1"/>
          </p:cNvSpPr>
          <p:nvPr/>
        </p:nvSpPr>
        <p:spPr>
          <a:xfrm>
            <a:off x="933450" y="234315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Proses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Iklan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yang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melibatkan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MPHLG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sebelum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ini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banyak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bergantung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kepada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dokumen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fizikal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semakan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manual dan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pergerakan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fail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antara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pihak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r>
              <a:rPr lang="en-MY"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Pemohon</a:t>
            </a:r>
            <a:r>
              <a:rPr lang="en-MY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juga </a:t>
            </a:r>
            <a:r>
              <a:rPr lang="en-MY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berdepan</a:t>
            </a:r>
            <a:r>
              <a:rPr lang="en-MY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kesukaran</a:t>
            </a:r>
            <a:r>
              <a:rPr lang="en-MY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untuk</a:t>
            </a:r>
            <a:r>
              <a:rPr lang="en-MY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menjejak</a:t>
            </a:r>
            <a:r>
              <a:rPr lang="en-MY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status </a:t>
            </a:r>
            <a:r>
              <a:rPr lang="en-MY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lang="en-MY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secara</a:t>
            </a:r>
            <a:r>
              <a:rPr lang="en-MY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masa </a:t>
            </a:r>
            <a:r>
              <a:rPr lang="en-MY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nyata</a:t>
            </a:r>
            <a:r>
              <a:rPr lang="en-MY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200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B8B5BC-12D4-4D23-BEFC-CE0C395B524B}"/>
              </a:ext>
            </a:extLst>
          </p:cNvPr>
          <p:cNvSpPr>
            <a:spLocks noGrp="1"/>
          </p:cNvSpPr>
          <p:nvPr/>
        </p:nvSpPr>
        <p:spPr>
          <a:xfrm>
            <a:off x="6286500" y="1885950"/>
            <a:ext cx="4953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6D4ED8-8BD8-455E-8114-07044DBDFED2}"/>
              </a:ext>
            </a:extLst>
          </p:cNvPr>
          <p:cNvSpPr>
            <a:spLocks noGrp="1"/>
          </p:cNvSpPr>
          <p:nvPr/>
        </p:nvSpPr>
        <p:spPr>
          <a:xfrm>
            <a:off x="6496050" y="203835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D97706"/>
                </a:solidFill>
              </a:defRPr>
            </a:pPr>
            <a:r>
              <a:rPr sz="150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Isu</a:t>
            </a:r>
            <a:r>
              <a:rPr sz="15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0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utama</a:t>
            </a:r>
            <a:endParaRPr sz="150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A37538-FBCA-4CE6-B171-8F3C9DDEF261}"/>
              </a:ext>
            </a:extLst>
          </p:cNvPr>
          <p:cNvSpPr>
            <a:spLocks noGrp="1"/>
          </p:cNvSpPr>
          <p:nvPr/>
        </p:nvSpPr>
        <p:spPr>
          <a:xfrm>
            <a:off x="6496050" y="234315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Tempoh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pemprosesan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panjang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sukar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menjejak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status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secara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masa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nyata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pertindihan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semakan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kekurangan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platform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berpusat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untuk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perkongsian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maklumat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A1ED69-0244-4D24-B49B-013485C54655}"/>
              </a:ext>
            </a:extLst>
          </p:cNvPr>
          <p:cNvSpPr>
            <a:spLocks noGrp="1"/>
          </p:cNvSpPr>
          <p:nvPr/>
        </p:nvSpPr>
        <p:spPr>
          <a:xfrm>
            <a:off x="723900" y="3657600"/>
            <a:ext cx="4953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B4BE79-FBB6-4CA1-88ED-498A16830188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Cadangan </a:t>
            </a:r>
            <a:r>
              <a:rPr sz="150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penyelesaian</a:t>
            </a:r>
            <a:endParaRPr sz="150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8DC77C-8902-4EC8-B550-5A6D3792FBB4}"/>
              </a:ext>
            </a:extLst>
          </p:cNvPr>
          <p:cNvSpPr>
            <a:spLocks noGrp="1"/>
          </p:cNvSpPr>
          <p:nvPr/>
        </p:nvSpPr>
        <p:spPr>
          <a:xfrm>
            <a:off x="933450" y="411480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Membangunkan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sistem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ALiS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sebagai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platform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bersepadu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untuk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dokumen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sokongan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saringan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semakan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teknikal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kelulusan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digital.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61F4CF-1C01-4784-B331-A78F8BDE7C5C}"/>
              </a:ext>
            </a:extLst>
          </p:cNvPr>
          <p:cNvSpPr>
            <a:spLocks noGrp="1"/>
          </p:cNvSpPr>
          <p:nvPr/>
        </p:nvSpPr>
        <p:spPr>
          <a:xfrm>
            <a:off x="6286500" y="3657600"/>
            <a:ext cx="4953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237024-A3F4-4DDD-8A3F-26ADD9552118}"/>
              </a:ext>
            </a:extLst>
          </p:cNvPr>
          <p:cNvSpPr>
            <a:spLocks noGrp="1"/>
          </p:cNvSpPr>
          <p:nvPr/>
        </p:nvSpPr>
        <p:spPr>
          <a:xfrm>
            <a:off x="6496050" y="38100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7C3AED"/>
                </a:solidFill>
              </a:defRPr>
            </a:pPr>
            <a:r>
              <a:rPr sz="15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Hasil yang </a:t>
            </a:r>
            <a:r>
              <a:rPr sz="150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disasar</a:t>
            </a:r>
            <a:endParaRPr sz="150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53D4E9-69D4-4324-BDED-8ACD80AFCBA5}"/>
              </a:ext>
            </a:extLst>
          </p:cNvPr>
          <p:cNvSpPr>
            <a:spLocks noGrp="1"/>
          </p:cNvSpPr>
          <p:nvPr/>
        </p:nvSpPr>
        <p:spPr>
          <a:xfrm>
            <a:off x="6496050" y="411480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Mengurangkan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tempoh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pemprosesan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kos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operasi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serta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meningkatkan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kecekapan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ketelusan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akauntabiliti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perkhidmatan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56965D-5B44-422D-AAC0-A52C1EFFBA18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40BBDC-87C4-45EC-812F-3A31126543C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Pendigitalan</a:t>
            </a:r>
            <a:r>
              <a:rPr sz="9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9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sz="9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9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sz="9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9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Iklan</a:t>
            </a:r>
            <a:r>
              <a:rPr sz="9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| </a:t>
            </a:r>
            <a:r>
              <a:rPr sz="9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ALiS</a:t>
            </a:r>
            <a:endParaRPr sz="975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23FEC0-4C3D-4DBA-8C30-F402326789F7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675ACF7-05F5-2A41-20FC-5215A39BFC17}"/>
              </a:ext>
            </a:extLst>
          </p:cNvPr>
          <p:cNvSpPr/>
          <p:nvPr/>
        </p:nvSpPr>
        <p:spPr>
          <a:xfrm>
            <a:off x="537087" y="1699137"/>
            <a:ext cx="373626" cy="373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887A9D2-DEDB-D688-3508-370AD1CEAC98}"/>
              </a:ext>
            </a:extLst>
          </p:cNvPr>
          <p:cNvSpPr/>
          <p:nvPr/>
        </p:nvSpPr>
        <p:spPr>
          <a:xfrm>
            <a:off x="6122424" y="1702210"/>
            <a:ext cx="373626" cy="373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AFA181D-E99E-D4A2-2B02-DEB2E7E65D05}"/>
              </a:ext>
            </a:extLst>
          </p:cNvPr>
          <p:cNvSpPr/>
          <p:nvPr/>
        </p:nvSpPr>
        <p:spPr>
          <a:xfrm>
            <a:off x="537087" y="3464949"/>
            <a:ext cx="373626" cy="373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34F6FF8-636E-7ACB-B1B1-CFD1F48E1178}"/>
              </a:ext>
            </a:extLst>
          </p:cNvPr>
          <p:cNvSpPr/>
          <p:nvPr/>
        </p:nvSpPr>
        <p:spPr>
          <a:xfrm>
            <a:off x="6122424" y="3458036"/>
            <a:ext cx="373626" cy="373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5961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0D03E-64EF-4E57-BA3B-CAD7717B4F1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 dirty="0" err="1">
                <a:solidFill>
                  <a:srgbClr val="071527"/>
                </a:solidFill>
              </a:rPr>
              <a:t>Objektif</a:t>
            </a:r>
            <a:r>
              <a:rPr sz="2850" b="1" i="0" dirty="0">
                <a:solidFill>
                  <a:srgbClr val="071527"/>
                </a:solidFill>
              </a:rPr>
              <a:t> </a:t>
            </a:r>
            <a:r>
              <a:rPr sz="2850" b="1" i="0" dirty="0" err="1">
                <a:solidFill>
                  <a:srgbClr val="071527"/>
                </a:solidFill>
              </a:rPr>
              <a:t>Sistem</a:t>
            </a:r>
            <a:endParaRPr sz="2850" b="1" i="0" dirty="0">
              <a:solidFill>
                <a:srgbClr val="07152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3E168A-AA84-4AAA-83E1-FF28640FC6FC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742886-CE56-4F31-9B84-098EA8A5E39D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858BB-9281-4603-9240-5C18E94E3DE3}"/>
              </a:ext>
            </a:extLst>
          </p:cNvPr>
          <p:cNvSpPr>
            <a:spLocks noGrp="1"/>
          </p:cNvSpPr>
          <p:nvPr/>
        </p:nvSpPr>
        <p:spPr>
          <a:xfrm>
            <a:off x="1104900" y="2447925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Permohonan Lesen Iklan dalam talian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45EA95-60E0-4605-9B42-EBA0BA3E8C1E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Pemohon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boleh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mengisi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borang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menghantar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maklumat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memuat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naik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dokumen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sokongan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tanpa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hadir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secara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fizikal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00D439-3C7A-481C-9B6D-A7C0BDA7978B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B17288-FBA0-4BB8-999C-8BC53C2DE687}"/>
              </a:ext>
            </a:extLst>
          </p:cNvPr>
          <p:cNvSpPr>
            <a:spLocks noGrp="1"/>
          </p:cNvSpPr>
          <p:nvPr/>
        </p:nvSpPr>
        <p:spPr>
          <a:xfrm>
            <a:off x="1104900" y="3095625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Akses selamat mengikut peranan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76C15-3CD6-4961-BA57-77AF5FBD01FC}"/>
              </a:ext>
            </a:extLst>
          </p:cNvPr>
          <p:cNvSpPr>
            <a:spLocks noGrp="1"/>
          </p:cNvSpPr>
          <p:nvPr/>
        </p:nvSpPr>
        <p:spPr>
          <a:xfrm>
            <a:off x="1104900" y="33718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Pemohon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pegawai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DBKU dan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agensi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teknikal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mempunyai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paparan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serta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tindakan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berdasarkan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role masing-masing.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C82A51-4823-4827-AE4F-4A84B613025B}"/>
              </a:ext>
            </a:extLst>
          </p:cNvPr>
          <p:cNvSpPr>
            <a:spLocks noGrp="1"/>
          </p:cNvSpPr>
          <p:nvPr/>
        </p:nvSpPr>
        <p:spPr>
          <a:xfrm>
            <a:off x="876300" y="39624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F09B16-510C-4D24-85C5-15CD5C5C5A25}"/>
              </a:ext>
            </a:extLst>
          </p:cNvPr>
          <p:cNvSpPr>
            <a:spLocks noGrp="1"/>
          </p:cNvSpPr>
          <p:nvPr/>
        </p:nvSpPr>
        <p:spPr>
          <a:xfrm>
            <a:off x="1104900" y="3876675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Semakan dan ulasan teknikal digital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603AE-6746-4FFF-9314-B4173F0B0CAA}"/>
              </a:ext>
            </a:extLst>
          </p:cNvPr>
          <p:cNvSpPr>
            <a:spLocks noGrp="1"/>
          </p:cNvSpPr>
          <p:nvPr/>
        </p:nvSpPr>
        <p:spPr>
          <a:xfrm>
            <a:off x="1104900" y="41529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Unit dan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bahagian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berkaitan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boleh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memberi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sokongan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syarat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atau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penolakan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terus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dalam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sistem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7B2D14-960B-4FFD-B254-4E6F88B05358}"/>
              </a:ext>
            </a:extLst>
          </p:cNvPr>
          <p:cNvSpPr>
            <a:spLocks noGrp="1"/>
          </p:cNvSpPr>
          <p:nvPr/>
        </p:nvSpPr>
        <p:spPr>
          <a:xfrm>
            <a:off x="876300" y="47434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EEB93E-6BA2-4E89-A38F-1BF70CF9E212}"/>
              </a:ext>
            </a:extLst>
          </p:cNvPr>
          <p:cNvSpPr>
            <a:spLocks noGrp="1"/>
          </p:cNvSpPr>
          <p:nvPr/>
        </p:nvSpPr>
        <p:spPr>
          <a:xfrm>
            <a:off x="1104900" y="4657725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Penjejakan status masa nyata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684123-490E-465A-8659-6EFE79D598A7}"/>
              </a:ext>
            </a:extLst>
          </p:cNvPr>
          <p:cNvSpPr>
            <a:spLocks noGrp="1"/>
          </p:cNvSpPr>
          <p:nvPr/>
        </p:nvSpPr>
        <p:spPr>
          <a:xfrm>
            <a:off x="1104900" y="49339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Pemohon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pegawai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boleh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melihat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status,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tindakan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semasa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notifikasi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rekod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keputusan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CE4A4B-90D7-4189-907A-7AB271B2E9E9}"/>
              </a:ext>
            </a:extLst>
          </p:cNvPr>
          <p:cNvSpPr>
            <a:spLocks noGrp="1"/>
          </p:cNvSpPr>
          <p:nvPr/>
        </p:nvSpPr>
        <p:spPr>
          <a:xfrm>
            <a:off x="876300" y="55245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D8C851-58D8-4068-A1BE-A8FA71429381}"/>
              </a:ext>
            </a:extLst>
          </p:cNvPr>
          <p:cNvSpPr>
            <a:spLocks noGrp="1"/>
          </p:cNvSpPr>
          <p:nvPr/>
        </p:nvSpPr>
        <p:spPr>
          <a:xfrm>
            <a:off x="1104900" y="5438775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Pangkalan data dan pelaporan berpusat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67E98E-EC77-43BC-AA98-09607B0BF8C0}"/>
              </a:ext>
            </a:extLst>
          </p:cNvPr>
          <p:cNvSpPr>
            <a:spLocks noGrp="1"/>
          </p:cNvSpPr>
          <p:nvPr/>
        </p:nvSpPr>
        <p:spPr>
          <a:xfrm>
            <a:off x="1104900" y="57150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Rekod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dokumen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keputusan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prestasi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pemprosesan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disimpan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untuk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rujukan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serta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audit.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23F668-130B-4548-82A7-790FEA64C08C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D0E713-95EE-4443-829C-CA632C9F287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4744F6-3394-4730-A91D-F13CE4649F38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7356B4-907C-734C-4C79-BC92F12EE9F1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A2817B-6E06-1686-B66B-00F134171DC8}"/>
              </a:ext>
            </a:extLst>
          </p:cNvPr>
          <p:cNvSpPr>
            <a:spLocks noGrp="1"/>
          </p:cNvSpPr>
          <p:nvPr/>
        </p:nvSpPr>
        <p:spPr>
          <a:xfrm>
            <a:off x="1104900" y="1647825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lang="en-MY" sz="1575" b="1" i="0" dirty="0" err="1">
                <a:solidFill>
                  <a:srgbClr val="071527"/>
                </a:solidFill>
              </a:rPr>
              <a:t>Mendigitalkan</a:t>
            </a:r>
            <a:r>
              <a:rPr lang="en-MY" sz="1575" b="1" i="0" dirty="0">
                <a:solidFill>
                  <a:srgbClr val="071527"/>
                </a:solidFill>
              </a:rPr>
              <a:t> proses manual</a:t>
            </a:r>
            <a:endParaRPr sz="1575" b="1" i="0" dirty="0">
              <a:solidFill>
                <a:srgbClr val="071527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BD2EA0-E454-C475-5DF9-2F820B0F7F5B}"/>
              </a:ext>
            </a:extLst>
          </p:cNvPr>
          <p:cNvSpPr>
            <a:spLocks noGrp="1"/>
          </p:cNvSpPr>
          <p:nvPr/>
        </p:nvSpPr>
        <p:spPr>
          <a:xfrm>
            <a:off x="1104900" y="19240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Menggantikan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borang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fizikal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pergerakan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fail manual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dengan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sistem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dalam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talian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supaya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dokumen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semakan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keputusan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dapat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diurus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secara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berpusat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lebih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cepat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mudah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dipantau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275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257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F5B0F1-E3C1-5AAA-535D-0A4D77CD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BFF933-629C-2C1D-D236-0622E366107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850" b="1" i="0" dirty="0">
                <a:solidFill>
                  <a:srgbClr val="071527"/>
                </a:solidFill>
              </a:rPr>
              <a:t>Fitur-</a:t>
            </a:r>
            <a:r>
              <a:rPr lang="en-MY" sz="2850" b="1" i="0" dirty="0" err="1">
                <a:solidFill>
                  <a:srgbClr val="071527"/>
                </a:solidFill>
              </a:rPr>
              <a:t>fitur</a:t>
            </a:r>
            <a:r>
              <a:rPr sz="2850" b="1" i="0" dirty="0">
                <a:solidFill>
                  <a:srgbClr val="071527"/>
                </a:solidFill>
              </a:rPr>
              <a:t> </a:t>
            </a:r>
            <a:r>
              <a:rPr sz="2850" b="1" i="0" dirty="0" err="1">
                <a:solidFill>
                  <a:srgbClr val="071527"/>
                </a:solidFill>
              </a:rPr>
              <a:t>Sistem</a:t>
            </a:r>
            <a:endParaRPr sz="2850" b="1" i="0" dirty="0">
              <a:solidFill>
                <a:srgbClr val="07152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59AE4B-F72E-B129-374C-C1E92667BC71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572E18-28DB-CC2B-8303-6BF8BDC18340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26332D-74F4-D0D4-7C11-2DD114B0C1AD}"/>
              </a:ext>
            </a:extLst>
          </p:cNvPr>
          <p:cNvSpPr>
            <a:spLocks noGrp="1"/>
          </p:cNvSpPr>
          <p:nvPr/>
        </p:nvSpPr>
        <p:spPr>
          <a:xfrm>
            <a:off x="1104900" y="2447925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lang="en-MY" sz="1575" b="1" dirty="0"/>
              <a:t>Log Masuk </a:t>
            </a:r>
            <a:r>
              <a:rPr lang="en-MY" sz="1575" b="1" dirty="0" err="1"/>
              <a:t>Mengikut</a:t>
            </a:r>
            <a:r>
              <a:rPr lang="en-MY" sz="1575" b="1" dirty="0"/>
              <a:t> </a:t>
            </a:r>
            <a:r>
              <a:rPr lang="en-MY" sz="1575" b="1" dirty="0" err="1"/>
              <a:t>Peranan</a:t>
            </a:r>
            <a:endParaRPr sz="1575" b="1" i="0" dirty="0">
              <a:solidFill>
                <a:srgbClr val="071527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DA4A7-D3E2-F517-4BC6-F7EA7D9CAF61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Paparan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fungsi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sistem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berubah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mengikut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peranan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pengguna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seperti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pemohon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pegawai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teknikal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penyelia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pelulus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275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8D8657-D7E3-5DB9-7D52-9E18971192EE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E6152B-B939-0EF2-F310-D2124B7BE01B}"/>
              </a:ext>
            </a:extLst>
          </p:cNvPr>
          <p:cNvSpPr>
            <a:spLocks noGrp="1"/>
          </p:cNvSpPr>
          <p:nvPr/>
        </p:nvSpPr>
        <p:spPr>
          <a:xfrm>
            <a:off x="1104900" y="3095625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lang="en-MY" sz="1575" b="1" dirty="0" err="1"/>
              <a:t>Borang</a:t>
            </a:r>
            <a:r>
              <a:rPr lang="en-MY" sz="1575" b="1" dirty="0"/>
              <a:t> </a:t>
            </a:r>
            <a:r>
              <a:rPr lang="en-MY" sz="1575" b="1" dirty="0" err="1"/>
              <a:t>Permohonan</a:t>
            </a:r>
            <a:r>
              <a:rPr lang="en-MY" sz="1575" b="1" dirty="0"/>
              <a:t> Digital</a:t>
            </a:r>
            <a:endParaRPr sz="1575" b="1" i="0" dirty="0">
              <a:solidFill>
                <a:srgbClr val="071527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584346-B98D-19F9-A0AC-7EC3E1C3B84E}"/>
              </a:ext>
            </a:extLst>
          </p:cNvPr>
          <p:cNvSpPr>
            <a:spLocks noGrp="1"/>
          </p:cNvSpPr>
          <p:nvPr/>
        </p:nvSpPr>
        <p:spPr>
          <a:xfrm>
            <a:off x="1104900" y="33718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Menyediakan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borang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dalam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talian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untuk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mengisi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maklumat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pemohon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jenis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iklan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lokasi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saiz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tempoh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B92F6B-D1A2-14A5-EF82-A74FB2A78B53}"/>
              </a:ext>
            </a:extLst>
          </p:cNvPr>
          <p:cNvSpPr>
            <a:spLocks noGrp="1"/>
          </p:cNvSpPr>
          <p:nvPr/>
        </p:nvSpPr>
        <p:spPr>
          <a:xfrm>
            <a:off x="876300" y="39624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531F34-CA60-5974-DE64-A3706E76BA36}"/>
              </a:ext>
            </a:extLst>
          </p:cNvPr>
          <p:cNvSpPr>
            <a:spLocks noGrp="1"/>
          </p:cNvSpPr>
          <p:nvPr/>
        </p:nvSpPr>
        <p:spPr>
          <a:xfrm>
            <a:off x="1104900" y="3876675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lang="en-MY" sz="1575" b="1" dirty="0"/>
              <a:t>Muat Naik </a:t>
            </a:r>
            <a:r>
              <a:rPr lang="en-MY" sz="1575" b="1" dirty="0" err="1"/>
              <a:t>Dokumen</a:t>
            </a:r>
            <a:endParaRPr sz="1575" b="1" i="0" dirty="0">
              <a:solidFill>
                <a:srgbClr val="071527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851580-8656-2A8E-A3C5-A9584E74BA80}"/>
              </a:ext>
            </a:extLst>
          </p:cNvPr>
          <p:cNvSpPr>
            <a:spLocks noGrp="1"/>
          </p:cNvSpPr>
          <p:nvPr/>
        </p:nvSpPr>
        <p:spPr>
          <a:xfrm>
            <a:off x="1104900" y="41529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Menyediakan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ruangan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untuk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memuat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naik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dokumen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sokongan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seperti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borang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pelan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lokasi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lukisan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struktur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dokumen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berkaitan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275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66F696-7364-9EB8-4524-3BD500BB7A72}"/>
              </a:ext>
            </a:extLst>
          </p:cNvPr>
          <p:cNvSpPr>
            <a:spLocks noGrp="1"/>
          </p:cNvSpPr>
          <p:nvPr/>
        </p:nvSpPr>
        <p:spPr>
          <a:xfrm>
            <a:off x="876300" y="47434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962061-9726-EF45-723E-2781EC817D9F}"/>
              </a:ext>
            </a:extLst>
          </p:cNvPr>
          <p:cNvSpPr>
            <a:spLocks noGrp="1"/>
          </p:cNvSpPr>
          <p:nvPr/>
        </p:nvSpPr>
        <p:spPr>
          <a:xfrm>
            <a:off x="1104900" y="4657725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lang="en-MY" sz="1575" b="1" dirty="0"/>
              <a:t>Log Keputusan dan </a:t>
            </a:r>
            <a:r>
              <a:rPr lang="en-MY" sz="1575" b="1" dirty="0" err="1"/>
              <a:t>Ulasan</a:t>
            </a:r>
            <a:endParaRPr sz="1575" b="1" i="0" dirty="0">
              <a:solidFill>
                <a:srgbClr val="071527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CA612B-3633-85A4-40A7-995FD819BDE7}"/>
              </a:ext>
            </a:extLst>
          </p:cNvPr>
          <p:cNvSpPr>
            <a:spLocks noGrp="1"/>
          </p:cNvSpPr>
          <p:nvPr/>
        </p:nvSpPr>
        <p:spPr>
          <a:xfrm>
            <a:off x="1104900" y="49339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Merekodkan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ulasan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sokongan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syarat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penolakan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keputusan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pegawai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sepanjang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proses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5F27BF-24FE-FC41-90C6-9303A096F551}"/>
              </a:ext>
            </a:extLst>
          </p:cNvPr>
          <p:cNvSpPr>
            <a:spLocks noGrp="1"/>
          </p:cNvSpPr>
          <p:nvPr/>
        </p:nvSpPr>
        <p:spPr>
          <a:xfrm>
            <a:off x="876300" y="55245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470EF6-C2C9-6C6D-82F8-2A35D20F553A}"/>
              </a:ext>
            </a:extLst>
          </p:cNvPr>
          <p:cNvSpPr>
            <a:spLocks noGrp="1"/>
          </p:cNvSpPr>
          <p:nvPr/>
        </p:nvSpPr>
        <p:spPr>
          <a:xfrm>
            <a:off x="1104900" y="5438775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lang="en-MY" sz="1575" b="1" dirty="0" err="1"/>
              <a:t>Notifikasi</a:t>
            </a:r>
            <a:r>
              <a:rPr lang="en-MY" sz="1575" b="1" dirty="0"/>
              <a:t> </a:t>
            </a:r>
            <a:r>
              <a:rPr lang="en-MY" sz="1575" b="1" dirty="0" err="1"/>
              <a:t>Sistem</a:t>
            </a:r>
            <a:r>
              <a:rPr lang="en-MY" sz="1575" b="1" dirty="0"/>
              <a:t> </a:t>
            </a:r>
            <a:r>
              <a:rPr lang="en-MY" sz="1575" b="1" dirty="0" err="1"/>
              <a:t>Melalui</a:t>
            </a:r>
            <a:r>
              <a:rPr lang="en-MY" sz="1575" b="1" dirty="0"/>
              <a:t> Web </a:t>
            </a:r>
            <a:r>
              <a:rPr lang="en-MY" sz="1575" b="1" dirty="0" err="1"/>
              <a:t>ALiS</a:t>
            </a:r>
            <a:r>
              <a:rPr lang="en-MY" sz="1575" b="1" dirty="0"/>
              <a:t>, WhatsApp, Email </a:t>
            </a:r>
            <a:r>
              <a:rPr lang="en-MY" sz="1575" b="1" dirty="0" err="1"/>
              <a:t>Secara</a:t>
            </a:r>
            <a:r>
              <a:rPr lang="en-MY" sz="1575" b="1" dirty="0"/>
              <a:t> </a:t>
            </a:r>
            <a:r>
              <a:rPr lang="en-MY" sz="1575" b="1" dirty="0" err="1"/>
              <a:t>Serentak</a:t>
            </a:r>
            <a:endParaRPr sz="1575" b="1" i="0" dirty="0">
              <a:solidFill>
                <a:srgbClr val="071527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F9582E-6BD8-0F69-4E18-1275392CF23C}"/>
              </a:ext>
            </a:extLst>
          </p:cNvPr>
          <p:cNvSpPr>
            <a:spLocks noGrp="1"/>
          </p:cNvSpPr>
          <p:nvPr/>
        </p:nvSpPr>
        <p:spPr>
          <a:xfrm>
            <a:off x="1104900" y="57150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Memaklumkan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pengguna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tentang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status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permintaan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pembetulan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bayaran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keputusan</a:t>
            </a:r>
            <a:r>
              <a:rPr lang="en-MY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A6DC19-7876-255F-B8AB-4666EDCEA7F3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D3793E-1859-AA8B-3C2F-0CC42FB7983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9649CA-97CE-77A8-8AFB-C9AF43CEAD75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 dirty="0">
                <a:solidFill>
                  <a:srgbClr val="4F627A"/>
                </a:solidFill>
              </a:rPr>
              <a:t>0</a:t>
            </a:r>
            <a:r>
              <a:rPr lang="en-MY" sz="975" b="1" i="0" dirty="0">
                <a:solidFill>
                  <a:srgbClr val="4F627A"/>
                </a:solidFill>
              </a:rPr>
              <a:t>4</a:t>
            </a:r>
            <a:endParaRPr sz="975" b="1" i="0" dirty="0">
              <a:solidFill>
                <a:srgbClr val="4F627A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F980B6-BEEA-26F7-767A-F9C67A05C136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73B545-4B78-05A8-8FB6-05D548C27DE7}"/>
              </a:ext>
            </a:extLst>
          </p:cNvPr>
          <p:cNvSpPr>
            <a:spLocks noGrp="1"/>
          </p:cNvSpPr>
          <p:nvPr/>
        </p:nvSpPr>
        <p:spPr>
          <a:xfrm>
            <a:off x="1104900" y="1647825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lang="en-MY" sz="1575" b="1" dirty="0" err="1"/>
              <a:t>Pendaftaran</a:t>
            </a:r>
            <a:r>
              <a:rPr lang="en-MY" sz="1575" b="1" dirty="0"/>
              <a:t> </a:t>
            </a:r>
            <a:r>
              <a:rPr lang="en-MY" sz="1575" b="1" dirty="0" err="1"/>
              <a:t>Akaun</a:t>
            </a:r>
            <a:endParaRPr sz="1575" b="1" i="0" dirty="0">
              <a:solidFill>
                <a:srgbClr val="071527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054A30-F422-2CEC-EFCB-868FF9FF9CC1}"/>
              </a:ext>
            </a:extLst>
          </p:cNvPr>
          <p:cNvSpPr>
            <a:spLocks noGrp="1"/>
          </p:cNvSpPr>
          <p:nvPr/>
        </p:nvSpPr>
        <p:spPr>
          <a:xfrm>
            <a:off x="1104900" y="19240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Membolehkan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pengguna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baharu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mendaftar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sebagai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pemohon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sebelum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menggunakan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sistem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n-MY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71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3AF44B-B4A7-44A6-8F94-404F03C8D83F}"/>
              </a:ext>
            </a:extLst>
          </p:cNvPr>
          <p:cNvSpPr>
            <a:spLocks noGrp="1"/>
          </p:cNvSpPr>
          <p:nvPr/>
        </p:nvSpPr>
        <p:spPr>
          <a:xfrm>
            <a:off x="609600" y="142875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850" b="1" dirty="0" err="1">
                <a:solidFill>
                  <a:srgbClr val="071527"/>
                </a:solidFill>
              </a:rPr>
              <a:t>Senarai</a:t>
            </a:r>
            <a:r>
              <a:rPr lang="en-MY" sz="2850" b="1" dirty="0">
                <a:solidFill>
                  <a:srgbClr val="071527"/>
                </a:solidFill>
              </a:rPr>
              <a:t> </a:t>
            </a:r>
            <a:r>
              <a:rPr sz="2850" b="1" i="0" dirty="0">
                <a:solidFill>
                  <a:srgbClr val="071527"/>
                </a:solidFill>
              </a:rPr>
              <a:t>Skop </a:t>
            </a:r>
            <a:r>
              <a:rPr sz="2850" b="1" i="0" dirty="0" err="1">
                <a:solidFill>
                  <a:srgbClr val="071527"/>
                </a:solidFill>
              </a:rPr>
              <a:t>Penggun</a:t>
            </a:r>
            <a:r>
              <a:rPr lang="en-MY" sz="2850" b="1" i="0" dirty="0">
                <a:solidFill>
                  <a:srgbClr val="071527"/>
                </a:solidFill>
              </a:rPr>
              <a:t>a</a:t>
            </a:r>
            <a:endParaRPr sz="2850" b="1" i="0" dirty="0">
              <a:solidFill>
                <a:srgbClr val="07152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4CA70D-BA83-4780-980B-1BE35E776113}"/>
              </a:ext>
            </a:extLst>
          </p:cNvPr>
          <p:cNvSpPr>
            <a:spLocks noGrp="1"/>
          </p:cNvSpPr>
          <p:nvPr/>
        </p:nvSpPr>
        <p:spPr>
          <a:xfrm>
            <a:off x="514350" y="790575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4DA7AF-9DC6-CCB7-1863-F3A0041538C2}"/>
              </a:ext>
            </a:extLst>
          </p:cNvPr>
          <p:cNvSpPr>
            <a:spLocks noGrp="1"/>
          </p:cNvSpPr>
          <p:nvPr/>
        </p:nvSpPr>
        <p:spPr>
          <a:xfrm>
            <a:off x="722670" y="4605615"/>
            <a:ext cx="4844603" cy="16475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KU(IKL) 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Ketua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Unit </a:t>
            </a:r>
          </a:p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BLG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Bangunan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GPM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Geoinformation &amp;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Penguasan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Hartanah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MNE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Mekanikal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&amp;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Elektrikal</a:t>
            </a:r>
            <a:endParaRPr lang="en-MY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IMT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Penyelenggaraan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Infrastruktur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LNP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Lanskap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ENG 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Projek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Kejuruteraan</a:t>
            </a:r>
            <a:endParaRPr lang="en-MY" sz="13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8C1513-8669-1B52-3221-4284C306E554}"/>
              </a:ext>
            </a:extLst>
          </p:cNvPr>
          <p:cNvSpPr>
            <a:spLocks noGrp="1"/>
          </p:cNvSpPr>
          <p:nvPr/>
        </p:nvSpPr>
        <p:spPr>
          <a:xfrm>
            <a:off x="6390600" y="4608380"/>
            <a:ext cx="5078730" cy="18622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IKL(</a:t>
            </a:r>
            <a:r>
              <a:rPr lang="en-MY" sz="13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Teknikal</a:t>
            </a: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Iklan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Teknikal</a:t>
            </a:r>
            <a:endParaRPr lang="en-MY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KB(LES) 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Ketua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Bahagian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Perlesenan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TP(RES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=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Timbalan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Pengarah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Jabatan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Perkhidmatan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Kawalselia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(RES)</a:t>
            </a:r>
          </a:p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MPHLG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Ministry Of Public Health, Housing &amp; Local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Goverment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PGH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Pengarah</a:t>
            </a:r>
            <a:endParaRPr lang="en-MY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PT(IKL) 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Pembantu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Tadbir (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Iklan</a:t>
            </a:r>
            <a:r>
              <a:rPr lang="en-MY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</a:p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r>
              <a:rPr lang="en-MY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 = </a:t>
            </a:r>
            <a:r>
              <a:rPr lang="en-MY" sz="13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Kewangan</a:t>
            </a:r>
            <a:endParaRPr lang="en-MY" sz="13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600"/>
              </a:spcBef>
              <a:defRPr sz="1200" b="0" i="0">
                <a:solidFill>
                  <a:srgbClr val="4F627A"/>
                </a:solidFill>
              </a:defRPr>
            </a:pPr>
            <a:endParaRPr lang="en-MY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B91251-4FCF-CBDF-9844-5B24FC2A27C7}"/>
              </a:ext>
            </a:extLst>
          </p:cNvPr>
          <p:cNvSpPr>
            <a:spLocks noGrp="1"/>
          </p:cNvSpPr>
          <p:nvPr/>
        </p:nvSpPr>
        <p:spPr>
          <a:xfrm>
            <a:off x="4734478" y="201285"/>
            <a:ext cx="2336083" cy="4057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lang="en-MY" sz="240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TOTAL ROLE = 15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BDCB4286-49B2-D30D-F7F5-373271669DB1}"/>
              </a:ext>
            </a:extLst>
          </p:cNvPr>
          <p:cNvSpPr>
            <a:spLocks noGrp="1"/>
          </p:cNvSpPr>
          <p:nvPr/>
        </p:nvSpPr>
        <p:spPr>
          <a:xfrm>
            <a:off x="722670" y="962024"/>
            <a:ext cx="578339" cy="578339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9E02E24-09F1-7D91-5CDB-4A8E7AC0085D}"/>
              </a:ext>
            </a:extLst>
          </p:cNvPr>
          <p:cNvSpPr>
            <a:spLocks noGrp="1"/>
          </p:cNvSpPr>
          <p:nvPr/>
        </p:nvSpPr>
        <p:spPr>
          <a:xfrm>
            <a:off x="722671" y="1047750"/>
            <a:ext cx="578340" cy="315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EB5976A-4276-4A9B-8F3F-14DE7D4F1AC7}"/>
              </a:ext>
            </a:extLst>
          </p:cNvPr>
          <p:cNvSpPr>
            <a:spLocks noGrp="1"/>
          </p:cNvSpPr>
          <p:nvPr/>
        </p:nvSpPr>
        <p:spPr>
          <a:xfrm>
            <a:off x="1382902" y="1093014"/>
            <a:ext cx="1932178" cy="3943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600" b="1" dirty="0" err="1"/>
              <a:t>Pemohon</a:t>
            </a:r>
            <a:endParaRPr lang="en-MY" sz="1600" b="1" dirty="0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E69ED2B9-48DC-C2C8-A026-75558821F1C8}"/>
              </a:ext>
            </a:extLst>
          </p:cNvPr>
          <p:cNvSpPr>
            <a:spLocks noGrp="1"/>
          </p:cNvSpPr>
          <p:nvPr/>
        </p:nvSpPr>
        <p:spPr>
          <a:xfrm>
            <a:off x="722670" y="1773774"/>
            <a:ext cx="578339" cy="578339"/>
          </a:xfrm>
          <a:prstGeom prst="roundRect">
            <a:avLst>
              <a:gd name="adj" fmla="val 18182"/>
            </a:avLst>
          </a:prstGeom>
          <a:solidFill>
            <a:srgbClr val="0070C0"/>
          </a:solidFill>
          <a:ln w="9525">
            <a:solidFill>
              <a:srgbClr val="1F5FBF"/>
            </a:solidFill>
            <a:prstDash val="solid"/>
          </a:ln>
        </p:spPr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DD053CF-4C7C-E919-C2CC-AEAD6E3FBC25}"/>
              </a:ext>
            </a:extLst>
          </p:cNvPr>
          <p:cNvSpPr>
            <a:spLocks noGrp="1"/>
          </p:cNvSpPr>
          <p:nvPr/>
        </p:nvSpPr>
        <p:spPr>
          <a:xfrm>
            <a:off x="722671" y="1859500"/>
            <a:ext cx="578340" cy="315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53569AB-2BBD-C102-4BDF-08918A00B43C}"/>
              </a:ext>
            </a:extLst>
          </p:cNvPr>
          <p:cNvSpPr>
            <a:spLocks noGrp="1"/>
          </p:cNvSpPr>
          <p:nvPr/>
        </p:nvSpPr>
        <p:spPr>
          <a:xfrm>
            <a:off x="1382901" y="1904764"/>
            <a:ext cx="2196755" cy="3943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600" b="1" dirty="0"/>
              <a:t>KU(IKL)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80E73E1-9083-4A40-6902-F57CF14A4E2D}"/>
              </a:ext>
            </a:extLst>
          </p:cNvPr>
          <p:cNvSpPr>
            <a:spLocks noGrp="1"/>
          </p:cNvSpPr>
          <p:nvPr/>
        </p:nvSpPr>
        <p:spPr>
          <a:xfrm>
            <a:off x="1382902" y="2696131"/>
            <a:ext cx="2746646" cy="3943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600" b="1" dirty="0"/>
              <a:t>BLG / GPM / MNE / </a:t>
            </a:r>
          </a:p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600" b="1" dirty="0"/>
              <a:t>IMT / LNP / ENG </a:t>
            </a:r>
            <a:endParaRPr lang="en-MY" sz="1600" b="1" dirty="0">
              <a:solidFill>
                <a:srgbClr val="071527"/>
              </a:solidFill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CC0F8C86-E9F3-EC9B-5E80-34BA7BDD8140}"/>
              </a:ext>
            </a:extLst>
          </p:cNvPr>
          <p:cNvSpPr>
            <a:spLocks noGrp="1"/>
          </p:cNvSpPr>
          <p:nvPr/>
        </p:nvSpPr>
        <p:spPr>
          <a:xfrm>
            <a:off x="722670" y="2565141"/>
            <a:ext cx="578339" cy="578339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F29D304-63B3-849A-0DA5-E14EE7CF625E}"/>
              </a:ext>
            </a:extLst>
          </p:cNvPr>
          <p:cNvSpPr>
            <a:spLocks noGrp="1"/>
          </p:cNvSpPr>
          <p:nvPr/>
        </p:nvSpPr>
        <p:spPr>
          <a:xfrm>
            <a:off x="722671" y="2650867"/>
            <a:ext cx="578340" cy="315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779BC77A-F50E-16AF-DFD8-0D8378448863}"/>
              </a:ext>
            </a:extLst>
          </p:cNvPr>
          <p:cNvSpPr>
            <a:spLocks noGrp="1"/>
          </p:cNvSpPr>
          <p:nvPr/>
        </p:nvSpPr>
        <p:spPr>
          <a:xfrm>
            <a:off x="5318782" y="956085"/>
            <a:ext cx="578339" cy="578339"/>
          </a:xfrm>
          <a:prstGeom prst="roundRect">
            <a:avLst>
              <a:gd name="adj" fmla="val 18182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B49F297-0488-CF92-9B43-D0FE486B0D5E}"/>
              </a:ext>
            </a:extLst>
          </p:cNvPr>
          <p:cNvSpPr>
            <a:spLocks noGrp="1"/>
          </p:cNvSpPr>
          <p:nvPr/>
        </p:nvSpPr>
        <p:spPr>
          <a:xfrm>
            <a:off x="5318783" y="1041811"/>
            <a:ext cx="578340" cy="315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6BDE67A-A7B8-D442-D2D2-89DED2BDE1A4}"/>
              </a:ext>
            </a:extLst>
          </p:cNvPr>
          <p:cNvSpPr>
            <a:spLocks noGrp="1"/>
          </p:cNvSpPr>
          <p:nvPr/>
        </p:nvSpPr>
        <p:spPr>
          <a:xfrm>
            <a:off x="5979013" y="1068025"/>
            <a:ext cx="2196755" cy="3943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600" b="1" dirty="0"/>
              <a:t>IKL </a:t>
            </a:r>
            <a:r>
              <a:rPr lang="en-MY" sz="1600" b="1" dirty="0" err="1"/>
              <a:t>Teknikal</a:t>
            </a:r>
            <a:endParaRPr lang="en-MY" sz="1600" b="1" dirty="0">
              <a:solidFill>
                <a:srgbClr val="071527"/>
              </a:solidFill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066C15CC-AD98-BEAA-B664-6CB0E0E7510F}"/>
              </a:ext>
            </a:extLst>
          </p:cNvPr>
          <p:cNvSpPr>
            <a:spLocks noGrp="1"/>
          </p:cNvSpPr>
          <p:nvPr/>
        </p:nvSpPr>
        <p:spPr>
          <a:xfrm>
            <a:off x="5318782" y="1755943"/>
            <a:ext cx="578339" cy="578339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432DE32-6FF0-8D69-C41B-5B8CA1985DA9}"/>
              </a:ext>
            </a:extLst>
          </p:cNvPr>
          <p:cNvSpPr>
            <a:spLocks noGrp="1"/>
          </p:cNvSpPr>
          <p:nvPr/>
        </p:nvSpPr>
        <p:spPr>
          <a:xfrm>
            <a:off x="5318783" y="1841669"/>
            <a:ext cx="578340" cy="315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3D693C0E-4F4F-EBC4-CF1A-F7A10458BC79}"/>
              </a:ext>
            </a:extLst>
          </p:cNvPr>
          <p:cNvSpPr>
            <a:spLocks noGrp="1"/>
          </p:cNvSpPr>
          <p:nvPr/>
        </p:nvSpPr>
        <p:spPr>
          <a:xfrm>
            <a:off x="5312514" y="2575313"/>
            <a:ext cx="578339" cy="578339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895835-C117-DF3C-2957-FB9525327BE1}"/>
              </a:ext>
            </a:extLst>
          </p:cNvPr>
          <p:cNvSpPr>
            <a:spLocks noGrp="1"/>
          </p:cNvSpPr>
          <p:nvPr/>
        </p:nvSpPr>
        <p:spPr>
          <a:xfrm>
            <a:off x="5312515" y="2661039"/>
            <a:ext cx="578340" cy="315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06E36CF4-CEAB-726E-BAB0-8B7EE180F7E0}"/>
              </a:ext>
            </a:extLst>
          </p:cNvPr>
          <p:cNvSpPr>
            <a:spLocks noGrp="1"/>
          </p:cNvSpPr>
          <p:nvPr/>
        </p:nvSpPr>
        <p:spPr>
          <a:xfrm>
            <a:off x="8988295" y="916708"/>
            <a:ext cx="578339" cy="578339"/>
          </a:xfrm>
          <a:prstGeom prst="roundRect">
            <a:avLst>
              <a:gd name="adj" fmla="val 18182"/>
            </a:avLst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64FE177-4B66-C915-6569-C5B70191D33D}"/>
              </a:ext>
            </a:extLst>
          </p:cNvPr>
          <p:cNvSpPr>
            <a:spLocks noGrp="1"/>
          </p:cNvSpPr>
          <p:nvPr/>
        </p:nvSpPr>
        <p:spPr>
          <a:xfrm>
            <a:off x="8988296" y="1002434"/>
            <a:ext cx="578340" cy="315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7C9FDD3B-8324-9AD7-9454-0E352BEAD0A5}"/>
              </a:ext>
            </a:extLst>
          </p:cNvPr>
          <p:cNvSpPr>
            <a:spLocks noGrp="1"/>
          </p:cNvSpPr>
          <p:nvPr/>
        </p:nvSpPr>
        <p:spPr>
          <a:xfrm>
            <a:off x="8986083" y="1724261"/>
            <a:ext cx="578339" cy="578339"/>
          </a:xfrm>
          <a:prstGeom prst="roundRect">
            <a:avLst>
              <a:gd name="adj" fmla="val 18182"/>
            </a:avLst>
          </a:prstGeom>
          <a:solidFill>
            <a:srgbClr val="FFFF00"/>
          </a:solidFill>
          <a:ln w="9525">
            <a:solidFill>
              <a:srgbClr val="FFFF00"/>
            </a:solidFill>
            <a:prstDash val="solid"/>
          </a:ln>
        </p:spPr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6EC765C-CBAB-A469-B1F9-DBB64561CC88}"/>
              </a:ext>
            </a:extLst>
          </p:cNvPr>
          <p:cNvSpPr>
            <a:spLocks noGrp="1"/>
          </p:cNvSpPr>
          <p:nvPr/>
        </p:nvSpPr>
        <p:spPr>
          <a:xfrm>
            <a:off x="8986084" y="1809987"/>
            <a:ext cx="578340" cy="315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endParaRPr sz="160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12CC827-B034-98B1-D893-1111E343E7A1}"/>
              </a:ext>
            </a:extLst>
          </p:cNvPr>
          <p:cNvSpPr>
            <a:spLocks noGrp="1"/>
          </p:cNvSpPr>
          <p:nvPr/>
        </p:nvSpPr>
        <p:spPr>
          <a:xfrm>
            <a:off x="5979013" y="1867883"/>
            <a:ext cx="2196755" cy="3943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600" b="1" dirty="0"/>
              <a:t>KB(LES)</a:t>
            </a:r>
            <a:endParaRPr lang="en-MY" sz="1600" b="1" dirty="0">
              <a:solidFill>
                <a:srgbClr val="071527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B763C77-DD8A-D843-603E-6ABFDC5C26E3}"/>
              </a:ext>
            </a:extLst>
          </p:cNvPr>
          <p:cNvSpPr>
            <a:spLocks noGrp="1"/>
          </p:cNvSpPr>
          <p:nvPr/>
        </p:nvSpPr>
        <p:spPr>
          <a:xfrm>
            <a:off x="5979014" y="2715828"/>
            <a:ext cx="1932178" cy="3943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600" b="1" dirty="0"/>
              <a:t>TP(RES) / PGH</a:t>
            </a:r>
            <a:endParaRPr lang="en-MY" sz="1600" b="1" dirty="0">
              <a:solidFill>
                <a:srgbClr val="071527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96D9C5A-3FE8-F375-F888-6140B1FE3852}"/>
              </a:ext>
            </a:extLst>
          </p:cNvPr>
          <p:cNvSpPr>
            <a:spLocks noGrp="1"/>
          </p:cNvSpPr>
          <p:nvPr/>
        </p:nvSpPr>
        <p:spPr>
          <a:xfrm>
            <a:off x="9652582" y="1057223"/>
            <a:ext cx="2196755" cy="3943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600" b="1" dirty="0"/>
              <a:t>MPHLG</a:t>
            </a:r>
            <a:endParaRPr lang="en-MY" sz="1600" b="1" dirty="0">
              <a:solidFill>
                <a:srgbClr val="071527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E3D7176-7D51-7E2B-F3F4-A0316243E344}"/>
              </a:ext>
            </a:extLst>
          </p:cNvPr>
          <p:cNvSpPr>
            <a:spLocks noGrp="1"/>
          </p:cNvSpPr>
          <p:nvPr/>
        </p:nvSpPr>
        <p:spPr>
          <a:xfrm>
            <a:off x="9652582" y="1836201"/>
            <a:ext cx="2196755" cy="3943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600" b="1" dirty="0"/>
              <a:t>PT(IKL)</a:t>
            </a:r>
            <a:endParaRPr lang="en-MY" sz="1600" b="1" dirty="0">
              <a:solidFill>
                <a:srgbClr val="071527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C620E0C-958C-5840-A762-477B897A1763}"/>
              </a:ext>
            </a:extLst>
          </p:cNvPr>
          <p:cNvSpPr>
            <a:spLocks noGrp="1"/>
          </p:cNvSpPr>
          <p:nvPr/>
        </p:nvSpPr>
        <p:spPr>
          <a:xfrm>
            <a:off x="4734478" y="4159034"/>
            <a:ext cx="1326620" cy="3497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lang="en-MY" sz="16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Nota Kaki</a:t>
            </a:r>
            <a:r>
              <a:rPr lang="en-MY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0153DA-0D8F-FAED-4F09-B31314F314E5}"/>
              </a:ext>
            </a:extLst>
          </p:cNvPr>
          <p:cNvSpPr>
            <a:spLocks noGrp="1"/>
          </p:cNvSpPr>
          <p:nvPr/>
        </p:nvSpPr>
        <p:spPr>
          <a:xfrm>
            <a:off x="8986083" y="2567344"/>
            <a:ext cx="578339" cy="578339"/>
          </a:xfrm>
          <a:prstGeom prst="roundRect">
            <a:avLst>
              <a:gd name="adj" fmla="val 18182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E14908-FBD6-7458-43E7-7DF5A9CA3F2C}"/>
              </a:ext>
            </a:extLst>
          </p:cNvPr>
          <p:cNvSpPr>
            <a:spLocks noGrp="1"/>
          </p:cNvSpPr>
          <p:nvPr/>
        </p:nvSpPr>
        <p:spPr>
          <a:xfrm>
            <a:off x="9652582" y="2679284"/>
            <a:ext cx="2196755" cy="3943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600" b="1" dirty="0"/>
              <a:t>FIN</a:t>
            </a:r>
            <a:endParaRPr lang="en-MY" sz="1600" b="1" dirty="0">
              <a:solidFill>
                <a:srgbClr val="071527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127A0E-017A-0903-A5B6-B171B4A12C98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 dirty="0">
                <a:solidFill>
                  <a:srgbClr val="4F627A"/>
                </a:solidFill>
              </a:rPr>
              <a:t>0</a:t>
            </a:r>
            <a:r>
              <a:rPr lang="en-MY" sz="975" b="1" i="0" dirty="0">
                <a:solidFill>
                  <a:srgbClr val="4F627A"/>
                </a:solidFill>
              </a:rPr>
              <a:t>5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58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C16EE2-BEFD-4AB3-857C-2445A7D03011}"/>
              </a:ext>
            </a:extLst>
          </p:cNvPr>
          <p:cNvSpPr>
            <a:spLocks noGrp="1"/>
          </p:cNvSpPr>
          <p:nvPr/>
        </p:nvSpPr>
        <p:spPr>
          <a:xfrm>
            <a:off x="609600" y="7132"/>
            <a:ext cx="10001250" cy="492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850" b="1" dirty="0" err="1"/>
              <a:t>Aliran</a:t>
            </a:r>
            <a:r>
              <a:rPr lang="en-MY" sz="2850" b="1" dirty="0"/>
              <a:t> </a:t>
            </a:r>
            <a:r>
              <a:rPr lang="en-MY" sz="2850" b="1" dirty="0" err="1"/>
              <a:t>Sistem</a:t>
            </a:r>
            <a:r>
              <a:rPr lang="en-MY" sz="2850" b="1" dirty="0"/>
              <a:t> dan </a:t>
            </a:r>
            <a:r>
              <a:rPr lang="en-MY" sz="2850" b="1" dirty="0" err="1"/>
              <a:t>Peranan</a:t>
            </a:r>
            <a:r>
              <a:rPr lang="en-MY" sz="2850" b="1" dirty="0"/>
              <a:t> </a:t>
            </a:r>
            <a:r>
              <a:rPr lang="en-MY" sz="2850" b="1" dirty="0" err="1"/>
              <a:t>Pengguna</a:t>
            </a:r>
            <a:r>
              <a:rPr lang="en-MY" sz="2850" b="1" dirty="0"/>
              <a:t> </a:t>
            </a:r>
            <a:r>
              <a:rPr lang="en-MY" sz="2800" b="1" dirty="0"/>
              <a:t>[</a:t>
            </a:r>
            <a:r>
              <a:rPr lang="en-MY" sz="2800" b="1" i="1" dirty="0"/>
              <a:t>End-to-end</a:t>
            </a:r>
            <a:r>
              <a:rPr lang="en-MY" sz="2800" b="1" dirty="0"/>
              <a:t>] </a:t>
            </a:r>
            <a:endParaRPr sz="2600" b="1" i="0" dirty="0">
              <a:solidFill>
                <a:srgbClr val="07152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47D82-47B5-4992-9044-94F7C7D0E042}"/>
              </a:ext>
            </a:extLst>
          </p:cNvPr>
          <p:cNvSpPr>
            <a:spLocks noGrp="1"/>
          </p:cNvSpPr>
          <p:nvPr/>
        </p:nvSpPr>
        <p:spPr>
          <a:xfrm>
            <a:off x="514350" y="439065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DB144A-74A4-45BD-8B5B-B7CE8434178A}"/>
              </a:ext>
            </a:extLst>
          </p:cNvPr>
          <p:cNvSpPr>
            <a:spLocks noGrp="1"/>
          </p:cNvSpPr>
          <p:nvPr/>
        </p:nvSpPr>
        <p:spPr>
          <a:xfrm>
            <a:off x="952500" y="1203120"/>
            <a:ext cx="20002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BCAEC3-58A1-482E-9987-AA7856D129B4}"/>
              </a:ext>
            </a:extLst>
          </p:cNvPr>
          <p:cNvSpPr>
            <a:spLocks noGrp="1"/>
          </p:cNvSpPr>
          <p:nvPr/>
        </p:nvSpPr>
        <p:spPr>
          <a:xfrm>
            <a:off x="762000" y="1012620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7E7881-88F6-4C1B-A97F-761F67F112E1}"/>
              </a:ext>
            </a:extLst>
          </p:cNvPr>
          <p:cNvSpPr>
            <a:spLocks noGrp="1"/>
          </p:cNvSpPr>
          <p:nvPr/>
        </p:nvSpPr>
        <p:spPr>
          <a:xfrm>
            <a:off x="762000" y="109834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B94F56-2D99-4920-93E8-4CA899985B47}"/>
              </a:ext>
            </a:extLst>
          </p:cNvPr>
          <p:cNvSpPr>
            <a:spLocks noGrp="1"/>
          </p:cNvSpPr>
          <p:nvPr/>
        </p:nvSpPr>
        <p:spPr>
          <a:xfrm>
            <a:off x="1171575" y="1310276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>
                <a:solidFill>
                  <a:srgbClr val="071527"/>
                </a:solidFill>
              </a:rPr>
              <a:t>Pendaftaran</a:t>
            </a:r>
            <a:r>
              <a:rPr lang="en-MY" sz="1400" b="1" dirty="0">
                <a:solidFill>
                  <a:srgbClr val="071527"/>
                </a:solidFill>
              </a:rPr>
              <a:t> &amp; Log Masuk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BB7371-7E79-4773-84FE-49BB3F6AAE76}"/>
              </a:ext>
            </a:extLst>
          </p:cNvPr>
          <p:cNvSpPr>
            <a:spLocks noGrp="1"/>
          </p:cNvSpPr>
          <p:nvPr/>
        </p:nvSpPr>
        <p:spPr>
          <a:xfrm>
            <a:off x="1171575" y="1615075"/>
            <a:ext cx="21907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Mendaftar</a:t>
            </a:r>
            <a:r>
              <a:rPr lang="en-MY" sz="1400" dirty="0"/>
              <a:t> </a:t>
            </a:r>
            <a:r>
              <a:rPr lang="en-MY" sz="1400" dirty="0" err="1"/>
              <a:t>akaun</a:t>
            </a:r>
            <a:r>
              <a:rPr lang="en-MY" sz="1400" dirty="0"/>
              <a:t>, log </a:t>
            </a:r>
            <a:r>
              <a:rPr lang="en-MY" sz="1400" dirty="0" err="1"/>
              <a:t>masuk</a:t>
            </a:r>
            <a:r>
              <a:rPr lang="en-MY" sz="1400" dirty="0"/>
              <a:t> </a:t>
            </a:r>
            <a:r>
              <a:rPr lang="en-MY" sz="1400" dirty="0" err="1"/>
              <a:t>ke</a:t>
            </a:r>
            <a:r>
              <a:rPr lang="en-MY" sz="1400" dirty="0"/>
              <a:t> </a:t>
            </a:r>
            <a:r>
              <a:rPr lang="en-MY" sz="1400" dirty="0" err="1"/>
              <a:t>sistem</a:t>
            </a:r>
            <a:r>
              <a:rPr lang="en-MY" sz="1400" dirty="0"/>
              <a:t> </a:t>
            </a:r>
            <a:r>
              <a:rPr lang="en-MY" sz="1400" dirty="0" err="1"/>
              <a:t>ALiS</a:t>
            </a:r>
            <a:r>
              <a:rPr lang="en-MY" sz="1400" dirty="0"/>
              <a:t> dan </a:t>
            </a:r>
            <a:r>
              <a:rPr lang="en-MY" sz="1400" dirty="0" err="1"/>
              <a:t>melengkapkan</a:t>
            </a:r>
            <a:r>
              <a:rPr lang="en-MY" sz="1400" dirty="0"/>
              <a:t> </a:t>
            </a:r>
            <a:r>
              <a:rPr lang="en-MY" sz="1400" dirty="0" err="1"/>
              <a:t>maklumat</a:t>
            </a:r>
            <a:r>
              <a:rPr lang="en-MY" sz="1400" dirty="0"/>
              <a:t> </a:t>
            </a:r>
            <a:r>
              <a:rPr lang="en-MY" sz="1400" dirty="0" err="1"/>
              <a:t>profil</a:t>
            </a:r>
            <a:r>
              <a:rPr lang="en-MY" sz="1400" dirty="0"/>
              <a:t> </a:t>
            </a:r>
            <a:r>
              <a:rPr lang="en-MY" sz="1400" dirty="0" err="1"/>
              <a:t>pengguna</a:t>
            </a:r>
            <a:r>
              <a:rPr lang="en-MY" sz="1400" dirty="0"/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1FE383-CB2A-4B7B-A39C-9928E5923136}"/>
              </a:ext>
            </a:extLst>
          </p:cNvPr>
          <p:cNvSpPr>
            <a:spLocks noGrp="1"/>
          </p:cNvSpPr>
          <p:nvPr/>
        </p:nvSpPr>
        <p:spPr>
          <a:xfrm>
            <a:off x="3733800" y="1203120"/>
            <a:ext cx="20002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BEABFC-B75D-4372-9022-C90A86706E48}"/>
              </a:ext>
            </a:extLst>
          </p:cNvPr>
          <p:cNvSpPr>
            <a:spLocks noGrp="1"/>
          </p:cNvSpPr>
          <p:nvPr/>
        </p:nvSpPr>
        <p:spPr>
          <a:xfrm>
            <a:off x="3543300" y="1012620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3C76D0-9A83-4FEC-ADE6-6BB6E14EFA25}"/>
              </a:ext>
            </a:extLst>
          </p:cNvPr>
          <p:cNvSpPr>
            <a:spLocks noGrp="1"/>
          </p:cNvSpPr>
          <p:nvPr/>
        </p:nvSpPr>
        <p:spPr>
          <a:xfrm>
            <a:off x="3543300" y="109834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33A04C-36AD-4188-ABE0-75F838B315F6}"/>
              </a:ext>
            </a:extLst>
          </p:cNvPr>
          <p:cNvSpPr>
            <a:spLocks noGrp="1"/>
          </p:cNvSpPr>
          <p:nvPr/>
        </p:nvSpPr>
        <p:spPr>
          <a:xfrm>
            <a:off x="3952875" y="1310276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Pengisian</a:t>
            </a:r>
            <a:r>
              <a:rPr lang="en-MY" sz="1400" b="1" dirty="0"/>
              <a:t> </a:t>
            </a:r>
            <a:r>
              <a:rPr lang="en-MY" sz="1400" b="1" dirty="0" err="1"/>
              <a:t>Permohonan</a:t>
            </a:r>
            <a:r>
              <a:rPr lang="en-MY" sz="1400" b="1" dirty="0"/>
              <a:t> Digital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4C18A0-3FF7-4049-93CA-06E95072287B}"/>
              </a:ext>
            </a:extLst>
          </p:cNvPr>
          <p:cNvSpPr>
            <a:spLocks noGrp="1"/>
          </p:cNvSpPr>
          <p:nvPr/>
        </p:nvSpPr>
        <p:spPr>
          <a:xfrm>
            <a:off x="3952875" y="1812832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Mengisi</a:t>
            </a:r>
            <a:r>
              <a:rPr lang="en-MY" sz="1400" dirty="0"/>
              <a:t> </a:t>
            </a:r>
            <a:r>
              <a:rPr lang="en-MY" sz="1400" dirty="0" err="1"/>
              <a:t>borang</a:t>
            </a:r>
            <a:r>
              <a:rPr lang="en-MY" sz="1400" dirty="0"/>
              <a:t> </a:t>
            </a:r>
            <a:r>
              <a:rPr lang="en-MY" sz="1400" dirty="0" err="1"/>
              <a:t>permohonan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 </a:t>
            </a:r>
            <a:r>
              <a:rPr lang="en-MY" sz="1400" dirty="0" err="1"/>
              <a:t>dengan</a:t>
            </a:r>
            <a:r>
              <a:rPr lang="en-MY" sz="1400" dirty="0"/>
              <a:t> </a:t>
            </a:r>
            <a:r>
              <a:rPr lang="en-MY" sz="1400" dirty="0" err="1"/>
              <a:t>maklumat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, </a:t>
            </a:r>
            <a:r>
              <a:rPr lang="en-MY" sz="1400" dirty="0" err="1"/>
              <a:t>lokasi</a:t>
            </a:r>
            <a:r>
              <a:rPr lang="en-MY" sz="1400" dirty="0"/>
              <a:t>, </a:t>
            </a:r>
            <a:r>
              <a:rPr lang="en-MY" sz="1400" dirty="0" err="1"/>
              <a:t>tempoh</a:t>
            </a:r>
            <a:r>
              <a:rPr lang="en-MY" sz="1400" dirty="0"/>
              <a:t> dan </a:t>
            </a:r>
            <a:r>
              <a:rPr lang="en-MY" sz="1400" dirty="0" err="1"/>
              <a:t>butiran</a:t>
            </a:r>
            <a:r>
              <a:rPr lang="en-MY" sz="1400" dirty="0"/>
              <a:t> </a:t>
            </a:r>
            <a:r>
              <a:rPr lang="en-MY" sz="1400" dirty="0" err="1"/>
              <a:t>berkaitan</a:t>
            </a:r>
            <a:r>
              <a:rPr lang="en-MY" sz="1400" dirty="0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F8B200-6DD1-4D68-BE07-7956C302A65D}"/>
              </a:ext>
            </a:extLst>
          </p:cNvPr>
          <p:cNvSpPr>
            <a:spLocks noGrp="1"/>
          </p:cNvSpPr>
          <p:nvPr/>
        </p:nvSpPr>
        <p:spPr>
          <a:xfrm>
            <a:off x="6515100" y="1203120"/>
            <a:ext cx="20002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6B33261-806A-43EB-B9F1-9B8F40A1CB71}"/>
              </a:ext>
            </a:extLst>
          </p:cNvPr>
          <p:cNvSpPr>
            <a:spLocks noGrp="1"/>
          </p:cNvSpPr>
          <p:nvPr/>
        </p:nvSpPr>
        <p:spPr>
          <a:xfrm>
            <a:off x="6324600" y="1012620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892B27-A02F-4E6D-9F60-21CE98F3D8E1}"/>
              </a:ext>
            </a:extLst>
          </p:cNvPr>
          <p:cNvSpPr>
            <a:spLocks noGrp="1"/>
          </p:cNvSpPr>
          <p:nvPr/>
        </p:nvSpPr>
        <p:spPr>
          <a:xfrm>
            <a:off x="6324600" y="109834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997345-E243-4E81-8E5A-385EB44EB6EC}"/>
              </a:ext>
            </a:extLst>
          </p:cNvPr>
          <p:cNvSpPr>
            <a:spLocks noGrp="1"/>
          </p:cNvSpPr>
          <p:nvPr/>
        </p:nvSpPr>
        <p:spPr>
          <a:xfrm>
            <a:off x="6734174" y="1310276"/>
            <a:ext cx="2371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Muat Naik </a:t>
            </a:r>
            <a:r>
              <a:rPr lang="en-MY" sz="1400" b="1" dirty="0" err="1"/>
              <a:t>Dokumen</a:t>
            </a:r>
            <a:r>
              <a:rPr lang="en-MY" sz="1400" b="1" dirty="0"/>
              <a:t> &amp; </a:t>
            </a:r>
            <a:r>
              <a:rPr lang="en-MY" sz="1400" b="1" dirty="0" err="1"/>
              <a:t>Hantar</a:t>
            </a:r>
            <a:r>
              <a:rPr lang="en-MY" sz="1400" b="1" dirty="0"/>
              <a:t> </a:t>
            </a:r>
            <a:r>
              <a:rPr lang="en-MY" sz="1400" b="1" dirty="0" err="1"/>
              <a:t>Permohonan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E571E-17CA-4392-86EC-973A61B23F4C}"/>
              </a:ext>
            </a:extLst>
          </p:cNvPr>
          <p:cNvSpPr>
            <a:spLocks noGrp="1"/>
          </p:cNvSpPr>
          <p:nvPr/>
        </p:nvSpPr>
        <p:spPr>
          <a:xfrm>
            <a:off x="6734175" y="1843085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Memuat</a:t>
            </a:r>
            <a:r>
              <a:rPr lang="en-MY" sz="1400" dirty="0"/>
              <a:t> naik </a:t>
            </a:r>
            <a:r>
              <a:rPr lang="en-MY" sz="1400" dirty="0" err="1"/>
              <a:t>dokumen</a:t>
            </a:r>
            <a:r>
              <a:rPr lang="en-MY" sz="1400" dirty="0"/>
              <a:t> </a:t>
            </a:r>
            <a:r>
              <a:rPr lang="en-MY" sz="1400" dirty="0" err="1"/>
              <a:t>sokongan</a:t>
            </a:r>
            <a:r>
              <a:rPr lang="en-MY" sz="1400" dirty="0"/>
              <a:t>, </a:t>
            </a:r>
            <a:r>
              <a:rPr lang="en-MY" sz="1400" dirty="0" err="1"/>
              <a:t>menyemak</a:t>
            </a:r>
            <a:r>
              <a:rPr lang="en-MY" sz="1400" dirty="0"/>
              <a:t> </a:t>
            </a:r>
            <a:r>
              <a:rPr lang="en-MY" sz="1400" dirty="0" err="1"/>
              <a:t>maklumat</a:t>
            </a:r>
            <a:r>
              <a:rPr lang="en-MY" sz="1400" dirty="0"/>
              <a:t> </a:t>
            </a:r>
            <a:r>
              <a:rPr lang="en-MY" sz="1400" dirty="0" err="1"/>
              <a:t>permohonan</a:t>
            </a:r>
            <a:r>
              <a:rPr lang="en-MY" sz="1400" dirty="0"/>
              <a:t> dan </a:t>
            </a:r>
            <a:r>
              <a:rPr lang="en-MY" sz="1400" dirty="0" err="1"/>
              <a:t>menghantar</a:t>
            </a:r>
            <a:r>
              <a:rPr lang="en-MY" sz="1400" dirty="0"/>
              <a:t> </a:t>
            </a:r>
            <a:r>
              <a:rPr lang="en-MY" sz="1400" dirty="0" err="1"/>
              <a:t>permohonan</a:t>
            </a:r>
            <a:r>
              <a:rPr lang="en-MY" sz="1400" dirty="0"/>
              <a:t> </a:t>
            </a:r>
            <a:r>
              <a:rPr lang="en-MY" sz="1400" dirty="0" err="1"/>
              <a:t>melalui</a:t>
            </a:r>
            <a:r>
              <a:rPr lang="en-MY" sz="1400" dirty="0"/>
              <a:t> </a:t>
            </a:r>
            <a:r>
              <a:rPr lang="en-MY" sz="1400" dirty="0" err="1"/>
              <a:t>sistem</a:t>
            </a:r>
            <a:r>
              <a:rPr lang="en-MY" sz="1400" dirty="0"/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9069C9-16F2-497C-8AFA-07A6FE2C54CC}"/>
              </a:ext>
            </a:extLst>
          </p:cNvPr>
          <p:cNvSpPr>
            <a:spLocks noGrp="1"/>
          </p:cNvSpPr>
          <p:nvPr/>
        </p:nvSpPr>
        <p:spPr>
          <a:xfrm>
            <a:off x="9296400" y="1203120"/>
            <a:ext cx="2000250" cy="28575"/>
          </a:xfrm>
          <a:prstGeom prst="rect">
            <a:avLst/>
          </a:prstGeom>
          <a:solidFill>
            <a:srgbClr val="0070C0"/>
          </a:solidFill>
          <a:ln w="0">
            <a:noFill/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BBEB407-7324-4F09-A299-ECEDDD58F5D0}"/>
              </a:ext>
            </a:extLst>
          </p:cNvPr>
          <p:cNvSpPr>
            <a:spLocks noGrp="1"/>
          </p:cNvSpPr>
          <p:nvPr/>
        </p:nvSpPr>
        <p:spPr>
          <a:xfrm>
            <a:off x="9105900" y="101262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070C0"/>
          </a:solidFill>
          <a:ln w="9525">
            <a:solidFill>
              <a:srgbClr val="1F5FB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A8CC60-2A6D-4B3B-ACC1-990CD7DA51FA}"/>
              </a:ext>
            </a:extLst>
          </p:cNvPr>
          <p:cNvSpPr>
            <a:spLocks noGrp="1"/>
          </p:cNvSpPr>
          <p:nvPr/>
        </p:nvSpPr>
        <p:spPr>
          <a:xfrm>
            <a:off x="9105900" y="109834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B6F77D-0315-4F31-9813-F73D7A2CB75E}"/>
              </a:ext>
            </a:extLst>
          </p:cNvPr>
          <p:cNvSpPr>
            <a:spLocks noGrp="1"/>
          </p:cNvSpPr>
          <p:nvPr/>
        </p:nvSpPr>
        <p:spPr>
          <a:xfrm>
            <a:off x="9515475" y="1310276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Semakan</a:t>
            </a:r>
            <a:r>
              <a:rPr lang="en-MY" sz="1400" b="1" dirty="0"/>
              <a:t> Awal &amp; </a:t>
            </a:r>
            <a:r>
              <a:rPr lang="en-MY" sz="1400" b="1" dirty="0" err="1"/>
              <a:t>Agihan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94045A-D251-4E60-9AD4-8B2ED0F7851D}"/>
              </a:ext>
            </a:extLst>
          </p:cNvPr>
          <p:cNvSpPr>
            <a:spLocks noGrp="1"/>
          </p:cNvSpPr>
          <p:nvPr/>
        </p:nvSpPr>
        <p:spPr>
          <a:xfrm>
            <a:off x="9515474" y="1615076"/>
            <a:ext cx="224370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lang="nn-NO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Menyemak kelengkapan permohonan, dokumen sokongan dan syarat asas sebelum mengagihkan permohonan kepada unit berkaitan.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DEFBA1-C842-4F2D-9DA3-E87861E1EB5D}"/>
              </a:ext>
            </a:extLst>
          </p:cNvPr>
          <p:cNvSpPr>
            <a:spLocks noGrp="1"/>
          </p:cNvSpPr>
          <p:nvPr/>
        </p:nvSpPr>
        <p:spPr>
          <a:xfrm>
            <a:off x="952500" y="4233864"/>
            <a:ext cx="2000250" cy="28575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253F620-4A0F-465E-8651-AF10CEA86501}"/>
              </a:ext>
            </a:extLst>
          </p:cNvPr>
          <p:cNvSpPr>
            <a:spLocks noGrp="1"/>
          </p:cNvSpPr>
          <p:nvPr/>
        </p:nvSpPr>
        <p:spPr>
          <a:xfrm>
            <a:off x="762000" y="4043364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AAA3EB-1D77-4113-994F-C587B0A5B595}"/>
              </a:ext>
            </a:extLst>
          </p:cNvPr>
          <p:cNvSpPr>
            <a:spLocks noGrp="1"/>
          </p:cNvSpPr>
          <p:nvPr/>
        </p:nvSpPr>
        <p:spPr>
          <a:xfrm>
            <a:off x="762000" y="412908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8AAFB2-163B-4F69-8839-BDA3F1C50D06}"/>
              </a:ext>
            </a:extLst>
          </p:cNvPr>
          <p:cNvSpPr>
            <a:spLocks noGrp="1"/>
          </p:cNvSpPr>
          <p:nvPr/>
        </p:nvSpPr>
        <p:spPr>
          <a:xfrm>
            <a:off x="3733800" y="4233864"/>
            <a:ext cx="2000250" cy="28575"/>
          </a:xfrm>
          <a:prstGeom prst="rect">
            <a:avLst/>
          </a:prstGeom>
          <a:solidFill>
            <a:srgbClr val="D86ECC"/>
          </a:solidFill>
          <a:ln w="0">
            <a:solidFill>
              <a:srgbClr val="D86ECC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FEC9BB5-FE2E-401E-A80F-71651991419A}"/>
              </a:ext>
            </a:extLst>
          </p:cNvPr>
          <p:cNvSpPr>
            <a:spLocks noGrp="1"/>
          </p:cNvSpPr>
          <p:nvPr/>
        </p:nvSpPr>
        <p:spPr>
          <a:xfrm>
            <a:off x="3543300" y="4043364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6522B8-FEF1-4235-8565-D988EF1F5F86}"/>
              </a:ext>
            </a:extLst>
          </p:cNvPr>
          <p:cNvSpPr>
            <a:spLocks noGrp="1"/>
          </p:cNvSpPr>
          <p:nvPr/>
        </p:nvSpPr>
        <p:spPr>
          <a:xfrm>
            <a:off x="3543300" y="412908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5C9EB7-4E1A-4BFA-B61E-1A7496FC53BD}"/>
              </a:ext>
            </a:extLst>
          </p:cNvPr>
          <p:cNvSpPr>
            <a:spLocks noGrp="1"/>
          </p:cNvSpPr>
          <p:nvPr/>
        </p:nvSpPr>
        <p:spPr>
          <a:xfrm>
            <a:off x="6515100" y="4233864"/>
            <a:ext cx="2000250" cy="28575"/>
          </a:xfrm>
          <a:prstGeom prst="rect">
            <a:avLst/>
          </a:prstGeom>
          <a:solidFill>
            <a:srgbClr val="0070C0"/>
          </a:solidFill>
          <a:ln w="0">
            <a:noFill/>
            <a:prstDash val="solid"/>
          </a:ln>
        </p:spPr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4870334-0954-4314-934B-028D3A14E0C3}"/>
              </a:ext>
            </a:extLst>
          </p:cNvPr>
          <p:cNvSpPr>
            <a:spLocks noGrp="1"/>
          </p:cNvSpPr>
          <p:nvPr/>
        </p:nvSpPr>
        <p:spPr>
          <a:xfrm>
            <a:off x="6324600" y="4043364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E37E51-B527-40B1-B3CB-F2BA0FA54072}"/>
              </a:ext>
            </a:extLst>
          </p:cNvPr>
          <p:cNvSpPr>
            <a:spLocks noGrp="1"/>
          </p:cNvSpPr>
          <p:nvPr/>
        </p:nvSpPr>
        <p:spPr>
          <a:xfrm>
            <a:off x="6324600" y="412908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7149378-A4A1-4C72-A977-6C24CAB57171}"/>
              </a:ext>
            </a:extLst>
          </p:cNvPr>
          <p:cNvSpPr>
            <a:spLocks noGrp="1"/>
          </p:cNvSpPr>
          <p:nvPr/>
        </p:nvSpPr>
        <p:spPr>
          <a:xfrm>
            <a:off x="9296400" y="4233864"/>
            <a:ext cx="2000250" cy="2857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A89775D-54C5-4B68-A987-80EB05716031}"/>
              </a:ext>
            </a:extLst>
          </p:cNvPr>
          <p:cNvSpPr>
            <a:spLocks noGrp="1"/>
          </p:cNvSpPr>
          <p:nvPr/>
        </p:nvSpPr>
        <p:spPr>
          <a:xfrm>
            <a:off x="9105900" y="4043364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24E713C-D4B4-4FA6-801F-A529F9B3A81F}"/>
              </a:ext>
            </a:extLst>
          </p:cNvPr>
          <p:cNvSpPr>
            <a:spLocks noGrp="1"/>
          </p:cNvSpPr>
          <p:nvPr/>
        </p:nvSpPr>
        <p:spPr>
          <a:xfrm>
            <a:off x="9105900" y="412908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6DCE210-FCD9-37F2-A7E9-875F54742E16}"/>
              </a:ext>
            </a:extLst>
          </p:cNvPr>
          <p:cNvSpPr>
            <a:spLocks noGrp="1"/>
          </p:cNvSpPr>
          <p:nvPr/>
        </p:nvSpPr>
        <p:spPr>
          <a:xfrm>
            <a:off x="1266825" y="898320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6F892AE-187C-5AB9-A370-A7CBEA285C4B}"/>
              </a:ext>
            </a:extLst>
          </p:cNvPr>
          <p:cNvSpPr>
            <a:spLocks noGrp="1"/>
          </p:cNvSpPr>
          <p:nvPr/>
        </p:nvSpPr>
        <p:spPr>
          <a:xfrm>
            <a:off x="6829427" y="898935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7F98841-4245-2A8D-C8FD-848EDD79C99A}"/>
              </a:ext>
            </a:extLst>
          </p:cNvPr>
          <p:cNvSpPr>
            <a:spLocks noGrp="1"/>
          </p:cNvSpPr>
          <p:nvPr/>
        </p:nvSpPr>
        <p:spPr>
          <a:xfrm>
            <a:off x="4048127" y="893558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E1BA83A-338D-1E80-5C30-F5261029ADD9}"/>
              </a:ext>
            </a:extLst>
          </p:cNvPr>
          <p:cNvSpPr>
            <a:spLocks noGrp="1"/>
          </p:cNvSpPr>
          <p:nvPr/>
        </p:nvSpPr>
        <p:spPr>
          <a:xfrm>
            <a:off x="9610727" y="905464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KU(IKL)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BFB3DFC-7295-6966-447E-35E4A9C7BDBD}"/>
              </a:ext>
            </a:extLst>
          </p:cNvPr>
          <p:cNvSpPr>
            <a:spLocks noGrp="1"/>
          </p:cNvSpPr>
          <p:nvPr/>
        </p:nvSpPr>
        <p:spPr>
          <a:xfrm>
            <a:off x="1266825" y="3752852"/>
            <a:ext cx="174053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BLG / GPM / MNE / IMT / LNP / ENG 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0B69D3-9B4B-8506-2A82-67304DFDA27E}"/>
              </a:ext>
            </a:extLst>
          </p:cNvPr>
          <p:cNvSpPr>
            <a:spLocks noGrp="1"/>
          </p:cNvSpPr>
          <p:nvPr/>
        </p:nvSpPr>
        <p:spPr>
          <a:xfrm>
            <a:off x="6829427" y="3941587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KU(IKL)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25C17B9-9816-3A58-ACC5-1B449089E43C}"/>
              </a:ext>
            </a:extLst>
          </p:cNvPr>
          <p:cNvSpPr>
            <a:spLocks noGrp="1"/>
          </p:cNvSpPr>
          <p:nvPr/>
        </p:nvSpPr>
        <p:spPr>
          <a:xfrm>
            <a:off x="4048127" y="3936210"/>
            <a:ext cx="1990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IKL </a:t>
            </a:r>
            <a:r>
              <a:rPr lang="en-MY" sz="1400" b="1" dirty="0" err="1"/>
              <a:t>Teknikal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D3BDF9D-EFC9-C37B-9012-446C6983C032}"/>
              </a:ext>
            </a:extLst>
          </p:cNvPr>
          <p:cNvSpPr>
            <a:spLocks noGrp="1"/>
          </p:cNvSpPr>
          <p:nvPr/>
        </p:nvSpPr>
        <p:spPr>
          <a:xfrm>
            <a:off x="9610727" y="3948116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KB(LES)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2FFFE1-E0A1-6A29-73EA-86728252BBA9}"/>
              </a:ext>
            </a:extLst>
          </p:cNvPr>
          <p:cNvSpPr>
            <a:spLocks noGrp="1"/>
          </p:cNvSpPr>
          <p:nvPr/>
        </p:nvSpPr>
        <p:spPr>
          <a:xfrm>
            <a:off x="1181100" y="431006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Semakan</a:t>
            </a:r>
            <a:r>
              <a:rPr lang="en-MY" sz="1400" b="1" dirty="0"/>
              <a:t> </a:t>
            </a:r>
            <a:r>
              <a:rPr lang="en-MY" sz="1400" b="1" dirty="0" err="1"/>
              <a:t>Tapak</a:t>
            </a:r>
            <a:r>
              <a:rPr lang="en-MY" sz="1400" b="1" dirty="0"/>
              <a:t> &amp; </a:t>
            </a:r>
            <a:r>
              <a:rPr lang="en-MY" sz="1400" b="1" dirty="0" err="1"/>
              <a:t>Ulasan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C777B3C-750C-373D-7D59-6E313F17E819}"/>
              </a:ext>
            </a:extLst>
          </p:cNvPr>
          <p:cNvSpPr>
            <a:spLocks noGrp="1"/>
          </p:cNvSpPr>
          <p:nvPr/>
        </p:nvSpPr>
        <p:spPr>
          <a:xfrm>
            <a:off x="1181100" y="4614863"/>
            <a:ext cx="21907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nn-NO" sz="1400" dirty="0"/>
              <a:t>Unit berkaitan menyemak tapak atau skop teknikal serta merekodkan ulasan, syarat, sokongan atau penolakan.</a:t>
            </a:r>
            <a:endParaRPr lang="en-MY" sz="14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524DB63-5D10-900A-E653-5527291C33C4}"/>
              </a:ext>
            </a:extLst>
          </p:cNvPr>
          <p:cNvSpPr>
            <a:spLocks noGrp="1"/>
          </p:cNvSpPr>
          <p:nvPr/>
        </p:nvSpPr>
        <p:spPr>
          <a:xfrm>
            <a:off x="3962400" y="431006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Semakan</a:t>
            </a:r>
            <a:r>
              <a:rPr lang="en-MY" sz="1400" b="1" dirty="0"/>
              <a:t> </a:t>
            </a:r>
            <a:r>
              <a:rPr lang="en-MY" sz="1400" b="1" dirty="0" err="1"/>
              <a:t>Teknikal</a:t>
            </a:r>
            <a:r>
              <a:rPr lang="en-MY" sz="1400" b="1" dirty="0"/>
              <a:t> </a:t>
            </a:r>
            <a:r>
              <a:rPr lang="en-MY" sz="1400" b="1" dirty="0" err="1"/>
              <a:t>Iklan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1974A81-A4A3-1108-315B-47EBEB552758}"/>
              </a:ext>
            </a:extLst>
          </p:cNvPr>
          <p:cNvSpPr>
            <a:spLocks noGrp="1"/>
          </p:cNvSpPr>
          <p:nvPr/>
        </p:nvSpPr>
        <p:spPr>
          <a:xfrm>
            <a:off x="3962400" y="461486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Menyediakan</a:t>
            </a:r>
            <a:r>
              <a:rPr lang="en-MY" sz="1400" dirty="0"/>
              <a:t> </a:t>
            </a:r>
            <a:r>
              <a:rPr lang="en-MY" sz="1400" dirty="0" err="1"/>
              <a:t>semakan</a:t>
            </a:r>
            <a:r>
              <a:rPr lang="en-MY" sz="1400" dirty="0"/>
              <a:t> </a:t>
            </a:r>
            <a:r>
              <a:rPr lang="en-MY" sz="1400" dirty="0" err="1"/>
              <a:t>teknikal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, </a:t>
            </a:r>
            <a:r>
              <a:rPr lang="en-MY" sz="1400" dirty="0" err="1"/>
              <a:t>gambar</a:t>
            </a:r>
            <a:r>
              <a:rPr lang="en-MY" sz="1400" dirty="0"/>
              <a:t> </a:t>
            </a:r>
            <a:r>
              <a:rPr lang="en-MY" sz="1400" dirty="0" err="1"/>
              <a:t>tapak</a:t>
            </a:r>
            <a:r>
              <a:rPr lang="en-MY" sz="1400" dirty="0"/>
              <a:t>, </a:t>
            </a:r>
            <a:r>
              <a:rPr lang="en-MY" sz="1400" dirty="0" err="1"/>
              <a:t>pengiraan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/deposit dan </a:t>
            </a:r>
            <a:r>
              <a:rPr lang="en-MY" sz="1400" dirty="0" err="1"/>
              <a:t>keputusan</a:t>
            </a:r>
            <a:r>
              <a:rPr lang="en-MY" sz="1400" dirty="0"/>
              <a:t> </a:t>
            </a:r>
            <a:r>
              <a:rPr lang="en-MY" sz="1400" dirty="0" err="1"/>
              <a:t>teknikal</a:t>
            </a:r>
            <a:r>
              <a:rPr lang="en-MY" sz="1400" dirty="0"/>
              <a:t>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089798C-3D6E-E2DB-B7C5-6FC1BDF9F56E}"/>
              </a:ext>
            </a:extLst>
          </p:cNvPr>
          <p:cNvSpPr>
            <a:spLocks noGrp="1"/>
          </p:cNvSpPr>
          <p:nvPr/>
        </p:nvSpPr>
        <p:spPr>
          <a:xfrm>
            <a:off x="6743699" y="4310064"/>
            <a:ext cx="2371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Penyelarasan</a:t>
            </a:r>
            <a:r>
              <a:rPr lang="en-MY" sz="1400" b="1" dirty="0"/>
              <a:t> </a:t>
            </a:r>
            <a:r>
              <a:rPr lang="en-MY" sz="1400" b="1" dirty="0" err="1"/>
              <a:t>Ulasan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6E60818-5B15-BCDF-8522-2A6B5765AFDE}"/>
              </a:ext>
            </a:extLst>
          </p:cNvPr>
          <p:cNvSpPr>
            <a:spLocks noGrp="1"/>
          </p:cNvSpPr>
          <p:nvPr/>
        </p:nvSpPr>
        <p:spPr>
          <a:xfrm>
            <a:off x="6743700" y="4614864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Menyemak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semua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maklum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balas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teknikal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memastikan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lengkap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sebelum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dihantar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laluan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kelulusan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18CD714-037C-A0AA-AA63-164A3AEEDE8C}"/>
              </a:ext>
            </a:extLst>
          </p:cNvPr>
          <p:cNvSpPr>
            <a:spLocks noGrp="1"/>
          </p:cNvSpPr>
          <p:nvPr/>
        </p:nvSpPr>
        <p:spPr>
          <a:xfrm>
            <a:off x="9525000" y="431006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Sokongan</a:t>
            </a:r>
            <a:r>
              <a:rPr lang="en-MY" sz="1400" b="1" dirty="0"/>
              <a:t> Unit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33CFA56-1FF4-343B-76D7-A78594941C05}"/>
              </a:ext>
            </a:extLst>
          </p:cNvPr>
          <p:cNvSpPr>
            <a:spLocks noGrp="1"/>
          </p:cNvSpPr>
          <p:nvPr/>
        </p:nvSpPr>
        <p:spPr>
          <a:xfrm>
            <a:off x="9525000" y="461486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sv-SE" sz="1400" dirty="0"/>
              <a:t>Mengesahkan permohonan dan merekodkan sokongan unit sebelum dihantar ke peringkat pengurusan.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DDD903-BF5A-B5CA-04E7-69A5C164CF85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 dirty="0">
                <a:solidFill>
                  <a:srgbClr val="4F627A"/>
                </a:solidFill>
              </a:rPr>
              <a:t>0</a:t>
            </a:r>
            <a:r>
              <a:rPr lang="en-MY" sz="975" b="1" i="0" dirty="0">
                <a:solidFill>
                  <a:srgbClr val="4F627A"/>
                </a:solidFill>
              </a:rPr>
              <a:t>6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60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686BA6-3BD8-8E3A-FF81-DFB254762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F83156D-45E3-56FB-204F-98F3A7DF9A7E}"/>
              </a:ext>
            </a:extLst>
          </p:cNvPr>
          <p:cNvSpPr>
            <a:spLocks noGrp="1"/>
          </p:cNvSpPr>
          <p:nvPr/>
        </p:nvSpPr>
        <p:spPr>
          <a:xfrm>
            <a:off x="1066800" y="5848389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06B49"/>
                </a:solidFill>
              </a:defRPr>
            </a:pP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Setiap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status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direkodkan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melalui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log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laporan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pemilik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tugasan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notifikasi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rekod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audit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bagi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memastikan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keseluruhan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proses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dapat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dijejaki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dengan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6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jelas</a:t>
            </a:r>
            <a:r>
              <a:rPr lang="en-MY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6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3087B-0DAF-94CB-3E9F-6CACF0891906}"/>
              </a:ext>
            </a:extLst>
          </p:cNvPr>
          <p:cNvSpPr>
            <a:spLocks noGrp="1"/>
          </p:cNvSpPr>
          <p:nvPr/>
        </p:nvSpPr>
        <p:spPr>
          <a:xfrm>
            <a:off x="952500" y="1200111"/>
            <a:ext cx="2000250" cy="28575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69B16E5-8A59-8174-0271-AB2C34BBD0EB}"/>
              </a:ext>
            </a:extLst>
          </p:cNvPr>
          <p:cNvSpPr>
            <a:spLocks noGrp="1"/>
          </p:cNvSpPr>
          <p:nvPr/>
        </p:nvSpPr>
        <p:spPr>
          <a:xfrm>
            <a:off x="762000" y="1009611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476F0C6-38EC-59E9-F1FC-0E17C1BEF1EF}"/>
              </a:ext>
            </a:extLst>
          </p:cNvPr>
          <p:cNvSpPr>
            <a:spLocks noGrp="1"/>
          </p:cNvSpPr>
          <p:nvPr/>
        </p:nvSpPr>
        <p:spPr>
          <a:xfrm>
            <a:off x="762000" y="10953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9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AADBD5B-515C-22D0-2FBA-6622A2327068}"/>
              </a:ext>
            </a:extLst>
          </p:cNvPr>
          <p:cNvSpPr>
            <a:spLocks noGrp="1"/>
          </p:cNvSpPr>
          <p:nvPr/>
        </p:nvSpPr>
        <p:spPr>
          <a:xfrm>
            <a:off x="3733800" y="1200111"/>
            <a:ext cx="2000250" cy="2857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56BA6F8C-629E-9987-D363-E309626237E5}"/>
              </a:ext>
            </a:extLst>
          </p:cNvPr>
          <p:cNvSpPr>
            <a:spLocks noGrp="1"/>
          </p:cNvSpPr>
          <p:nvPr/>
        </p:nvSpPr>
        <p:spPr>
          <a:xfrm>
            <a:off x="3543300" y="1009611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2D8E259-722F-78DE-08F2-926DD748E253}"/>
              </a:ext>
            </a:extLst>
          </p:cNvPr>
          <p:cNvSpPr>
            <a:spLocks noGrp="1"/>
          </p:cNvSpPr>
          <p:nvPr/>
        </p:nvSpPr>
        <p:spPr>
          <a:xfrm>
            <a:off x="3543300" y="10953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10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68835AF-E0A7-A36E-2D1A-DB18F7D655FB}"/>
              </a:ext>
            </a:extLst>
          </p:cNvPr>
          <p:cNvSpPr>
            <a:spLocks noGrp="1"/>
          </p:cNvSpPr>
          <p:nvPr/>
        </p:nvSpPr>
        <p:spPr>
          <a:xfrm>
            <a:off x="6515100" y="1200111"/>
            <a:ext cx="2000250" cy="28575"/>
          </a:xfrm>
          <a:prstGeom prst="rect">
            <a:avLst/>
          </a:prstGeom>
          <a:solidFill>
            <a:srgbClr val="FFFF00"/>
          </a:solidFill>
          <a:ln w="0">
            <a:noFill/>
            <a:prstDash val="solid"/>
          </a:ln>
        </p:spPr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D7116F66-02D2-0784-F4A1-AB369ABF0653}"/>
              </a:ext>
            </a:extLst>
          </p:cNvPr>
          <p:cNvSpPr>
            <a:spLocks noGrp="1"/>
          </p:cNvSpPr>
          <p:nvPr/>
        </p:nvSpPr>
        <p:spPr>
          <a:xfrm>
            <a:off x="6324600" y="1009611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00"/>
          </a:solidFill>
          <a:ln w="9525">
            <a:solidFill>
              <a:srgbClr val="FFFF00"/>
            </a:solidFill>
            <a:prstDash val="solid"/>
          </a:ln>
        </p:spPr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00987C9-4BA0-31D7-7D02-D5A0B06ACB39}"/>
              </a:ext>
            </a:extLst>
          </p:cNvPr>
          <p:cNvSpPr>
            <a:spLocks noGrp="1"/>
          </p:cNvSpPr>
          <p:nvPr/>
        </p:nvSpPr>
        <p:spPr>
          <a:xfrm>
            <a:off x="6324600" y="10953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A5254E-03B1-80CE-98C5-44C96BA023C6}"/>
              </a:ext>
            </a:extLst>
          </p:cNvPr>
          <p:cNvSpPr>
            <a:spLocks noGrp="1"/>
          </p:cNvSpPr>
          <p:nvPr/>
        </p:nvSpPr>
        <p:spPr>
          <a:xfrm>
            <a:off x="1266825" y="907219"/>
            <a:ext cx="174053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TP(RES) / PGH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7B54E56-F51C-7C84-39BE-37AC6DCAD966}"/>
              </a:ext>
            </a:extLst>
          </p:cNvPr>
          <p:cNvSpPr>
            <a:spLocks noGrp="1"/>
          </p:cNvSpPr>
          <p:nvPr/>
        </p:nvSpPr>
        <p:spPr>
          <a:xfrm>
            <a:off x="6829427" y="907834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PT(IKL)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9D8308A-982A-E6C8-BA3F-4C5FC5073209}"/>
              </a:ext>
            </a:extLst>
          </p:cNvPr>
          <p:cNvSpPr>
            <a:spLocks noGrp="1"/>
          </p:cNvSpPr>
          <p:nvPr/>
        </p:nvSpPr>
        <p:spPr>
          <a:xfrm>
            <a:off x="4048127" y="902457"/>
            <a:ext cx="1990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MPHLG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9E8112E-DEDE-3839-FA76-93418A09F3F8}"/>
              </a:ext>
            </a:extLst>
          </p:cNvPr>
          <p:cNvSpPr>
            <a:spLocks noGrp="1"/>
          </p:cNvSpPr>
          <p:nvPr/>
        </p:nvSpPr>
        <p:spPr>
          <a:xfrm>
            <a:off x="1181100" y="1276311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Sokongan</a:t>
            </a:r>
            <a:r>
              <a:rPr lang="en-MY" sz="1400" b="1" dirty="0"/>
              <a:t> </a:t>
            </a:r>
            <a:r>
              <a:rPr lang="en-MY" sz="1400" b="1" dirty="0" err="1"/>
              <a:t>Pengurusan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F6C1669-F687-880D-6435-6DC3A637AB48}"/>
              </a:ext>
            </a:extLst>
          </p:cNvPr>
          <p:cNvSpPr>
            <a:spLocks noGrp="1"/>
          </p:cNvSpPr>
          <p:nvPr/>
        </p:nvSpPr>
        <p:spPr>
          <a:xfrm>
            <a:off x="1181100" y="1581110"/>
            <a:ext cx="21907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Menyemak</a:t>
            </a:r>
            <a:r>
              <a:rPr lang="en-MY" sz="1400" dirty="0"/>
              <a:t> </a:t>
            </a:r>
            <a:r>
              <a:rPr lang="en-MY" sz="1400" dirty="0" err="1"/>
              <a:t>cadangan</a:t>
            </a:r>
            <a:r>
              <a:rPr lang="en-MY" sz="1400" dirty="0"/>
              <a:t> </a:t>
            </a:r>
            <a:r>
              <a:rPr lang="en-MY" sz="1400" dirty="0" err="1"/>
              <a:t>kelulusan</a:t>
            </a:r>
            <a:r>
              <a:rPr lang="en-MY" sz="1400" dirty="0"/>
              <a:t> dan </a:t>
            </a:r>
            <a:r>
              <a:rPr lang="en-MY" sz="1400" dirty="0" err="1"/>
              <a:t>merekodkan</a:t>
            </a:r>
            <a:r>
              <a:rPr lang="en-MY" sz="1400" dirty="0"/>
              <a:t> </a:t>
            </a:r>
            <a:r>
              <a:rPr lang="en-MY" sz="1400" dirty="0" err="1"/>
              <a:t>sokongan</a:t>
            </a:r>
            <a:r>
              <a:rPr lang="en-MY" sz="1400" dirty="0"/>
              <a:t> </a:t>
            </a:r>
            <a:r>
              <a:rPr lang="en-MY" sz="1400" dirty="0" err="1"/>
              <a:t>pengurusan</a:t>
            </a:r>
            <a:r>
              <a:rPr lang="en-MY" sz="1400" dirty="0"/>
              <a:t> </a:t>
            </a:r>
            <a:r>
              <a:rPr lang="en-MY" sz="1400" dirty="0" err="1"/>
              <a:t>sebelum</a:t>
            </a:r>
            <a:r>
              <a:rPr lang="en-MY" sz="1400" dirty="0"/>
              <a:t> </a:t>
            </a:r>
            <a:r>
              <a:rPr lang="en-MY" sz="1400" dirty="0" err="1"/>
              <a:t>keputusan</a:t>
            </a:r>
            <a:r>
              <a:rPr lang="en-MY" sz="1400" dirty="0"/>
              <a:t> </a:t>
            </a:r>
            <a:r>
              <a:rPr lang="en-MY" sz="1400" dirty="0" err="1"/>
              <a:t>akhir</a:t>
            </a:r>
            <a:r>
              <a:rPr lang="en-MY" sz="1400" dirty="0"/>
              <a:t>.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9A1CAD9-9DFB-5A08-C21F-A13CE5640BE7}"/>
              </a:ext>
            </a:extLst>
          </p:cNvPr>
          <p:cNvSpPr>
            <a:spLocks noGrp="1"/>
          </p:cNvSpPr>
          <p:nvPr/>
        </p:nvSpPr>
        <p:spPr>
          <a:xfrm>
            <a:off x="3962400" y="1276311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Keputusan Akhir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3F5CD65-1407-6F05-5A8E-912ABEE9AF9B}"/>
              </a:ext>
            </a:extLst>
          </p:cNvPr>
          <p:cNvSpPr>
            <a:spLocks noGrp="1"/>
          </p:cNvSpPr>
          <p:nvPr/>
        </p:nvSpPr>
        <p:spPr>
          <a:xfrm>
            <a:off x="3962400" y="1581111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Merekodkan</a:t>
            </a:r>
            <a:r>
              <a:rPr lang="en-MY" sz="1400" dirty="0"/>
              <a:t> </a:t>
            </a:r>
            <a:r>
              <a:rPr lang="en-MY" sz="1400" dirty="0" err="1"/>
              <a:t>keputusan</a:t>
            </a:r>
            <a:r>
              <a:rPr lang="en-MY" sz="1400" dirty="0"/>
              <a:t> </a:t>
            </a:r>
            <a:r>
              <a:rPr lang="en-MY" sz="1400" dirty="0" err="1"/>
              <a:t>akhir</a:t>
            </a:r>
            <a:r>
              <a:rPr lang="en-MY" sz="1400" dirty="0"/>
              <a:t> </a:t>
            </a:r>
            <a:r>
              <a:rPr lang="en-MY" sz="1400" dirty="0" err="1"/>
              <a:t>permohonan</a:t>
            </a:r>
            <a:r>
              <a:rPr lang="en-MY" sz="1400" dirty="0"/>
              <a:t> dan </a:t>
            </a:r>
            <a:r>
              <a:rPr lang="en-MY" sz="1400" dirty="0" err="1"/>
              <a:t>mengembalikan</a:t>
            </a:r>
            <a:r>
              <a:rPr lang="en-MY" sz="1400" dirty="0"/>
              <a:t> </a:t>
            </a:r>
            <a:r>
              <a:rPr lang="en-MY" sz="1400" dirty="0" err="1"/>
              <a:t>rekod</a:t>
            </a:r>
            <a:r>
              <a:rPr lang="en-MY" sz="1400" dirty="0"/>
              <a:t> </a:t>
            </a:r>
            <a:r>
              <a:rPr lang="en-MY" sz="1400" dirty="0" err="1"/>
              <a:t>untuk</a:t>
            </a:r>
            <a:r>
              <a:rPr lang="en-MY" sz="1400" dirty="0"/>
              <a:t> </a:t>
            </a:r>
            <a:r>
              <a:rPr lang="en-MY" sz="1400" dirty="0" err="1"/>
              <a:t>tindakan</a:t>
            </a:r>
            <a:r>
              <a:rPr lang="en-MY" sz="1400" dirty="0"/>
              <a:t> </a:t>
            </a:r>
            <a:r>
              <a:rPr lang="en-MY" sz="1400" dirty="0" err="1"/>
              <a:t>seterusnya</a:t>
            </a:r>
            <a:r>
              <a:rPr lang="en-MY" sz="1400" dirty="0"/>
              <a:t>.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8E4E422-C6A4-E619-8686-865BA5AC9E9A}"/>
              </a:ext>
            </a:extLst>
          </p:cNvPr>
          <p:cNvSpPr>
            <a:spLocks noGrp="1"/>
          </p:cNvSpPr>
          <p:nvPr/>
        </p:nvSpPr>
        <p:spPr>
          <a:xfrm>
            <a:off x="6743699" y="1276311"/>
            <a:ext cx="2371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Jana Surat </a:t>
            </a:r>
            <a:r>
              <a:rPr lang="en-MY" sz="1400" b="1" dirty="0" err="1"/>
              <a:t>Kelulusan</a:t>
            </a:r>
            <a:r>
              <a:rPr lang="en-MY" sz="1400" b="1" dirty="0"/>
              <a:t> &amp; Bil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FD90FF1-C0AF-3C69-740B-D6218ADB25A1}"/>
              </a:ext>
            </a:extLst>
          </p:cNvPr>
          <p:cNvSpPr>
            <a:spLocks noGrp="1"/>
          </p:cNvSpPr>
          <p:nvPr/>
        </p:nvSpPr>
        <p:spPr>
          <a:xfrm>
            <a:off x="6743700" y="1601362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Menjana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surat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kelulusan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bayaran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selepas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diluluskan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25252A-34E3-E601-9FF2-1A611096BEBC}"/>
              </a:ext>
            </a:extLst>
          </p:cNvPr>
          <p:cNvSpPr>
            <a:spLocks noGrp="1"/>
          </p:cNvSpPr>
          <p:nvPr/>
        </p:nvSpPr>
        <p:spPr>
          <a:xfrm>
            <a:off x="3733800" y="3710946"/>
            <a:ext cx="2000250" cy="28575"/>
          </a:xfrm>
          <a:prstGeom prst="rect">
            <a:avLst/>
          </a:prstGeom>
          <a:solidFill>
            <a:srgbClr val="FFFF00"/>
          </a:solidFill>
          <a:ln w="0">
            <a:solidFill>
              <a:srgbClr val="FFFF00"/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0771ABB-BFC8-2028-9647-880276974B67}"/>
              </a:ext>
            </a:extLst>
          </p:cNvPr>
          <p:cNvSpPr>
            <a:spLocks noGrp="1"/>
          </p:cNvSpPr>
          <p:nvPr/>
        </p:nvSpPr>
        <p:spPr>
          <a:xfrm>
            <a:off x="3543300" y="3520446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00"/>
          </a:solidFill>
          <a:ln w="9525">
            <a:solidFill>
              <a:srgbClr val="FFFF0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AECF9D-4E03-D8BC-6156-42F39CDFEFD8}"/>
              </a:ext>
            </a:extLst>
          </p:cNvPr>
          <p:cNvSpPr>
            <a:spLocks noGrp="1"/>
          </p:cNvSpPr>
          <p:nvPr/>
        </p:nvSpPr>
        <p:spPr>
          <a:xfrm>
            <a:off x="3543300" y="3606171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4B3DDF-8C10-7C30-EC68-E422C9A3B545}"/>
              </a:ext>
            </a:extLst>
          </p:cNvPr>
          <p:cNvSpPr>
            <a:spLocks noGrp="1"/>
          </p:cNvSpPr>
          <p:nvPr/>
        </p:nvSpPr>
        <p:spPr>
          <a:xfrm>
            <a:off x="4048127" y="3402305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PT(IKL)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1FEF79-42EA-0D39-764A-FDDC27CFA13C}"/>
              </a:ext>
            </a:extLst>
          </p:cNvPr>
          <p:cNvSpPr>
            <a:spLocks noGrp="1"/>
          </p:cNvSpPr>
          <p:nvPr/>
        </p:nvSpPr>
        <p:spPr>
          <a:xfrm>
            <a:off x="3962400" y="3787146"/>
            <a:ext cx="18262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Jana Resit Rasmi &amp; </a:t>
            </a:r>
            <a:r>
              <a:rPr lang="en-MY" sz="1400" b="1" dirty="0" err="1"/>
              <a:t>Lesen</a:t>
            </a:r>
            <a:r>
              <a:rPr lang="en-MY" sz="1400" b="1" dirty="0"/>
              <a:t> </a:t>
            </a:r>
            <a:r>
              <a:rPr lang="en-MY" sz="1400" b="1" dirty="0" err="1"/>
              <a:t>Iklan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A50EA8-A338-D2DE-9EA0-DBA32638A4F9}"/>
              </a:ext>
            </a:extLst>
          </p:cNvPr>
          <p:cNvSpPr>
            <a:spLocks noGrp="1"/>
          </p:cNvSpPr>
          <p:nvPr/>
        </p:nvSpPr>
        <p:spPr>
          <a:xfrm>
            <a:off x="3962400" y="4333915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Menjana</a:t>
            </a:r>
            <a:r>
              <a:rPr lang="en-MY" sz="1400" dirty="0"/>
              <a:t> resit </a:t>
            </a:r>
            <a:r>
              <a:rPr lang="en-MY" sz="1400" dirty="0" err="1"/>
              <a:t>rasmi</a:t>
            </a:r>
            <a:r>
              <a:rPr lang="en-MY" sz="1400" dirty="0"/>
              <a:t> dan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 </a:t>
            </a:r>
            <a:r>
              <a:rPr lang="en-MY" sz="1400" dirty="0" err="1"/>
              <a:t>selepas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 </a:t>
            </a:r>
            <a:r>
              <a:rPr lang="en-MY" sz="1400" dirty="0" err="1"/>
              <a:t>disahkan</a:t>
            </a:r>
            <a:r>
              <a:rPr lang="en-MY" sz="14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4BDA6E-AC45-CD49-3917-6351ED552613}"/>
              </a:ext>
            </a:extLst>
          </p:cNvPr>
          <p:cNvSpPr>
            <a:spLocks noGrp="1"/>
          </p:cNvSpPr>
          <p:nvPr/>
        </p:nvSpPr>
        <p:spPr>
          <a:xfrm>
            <a:off x="6515100" y="3720471"/>
            <a:ext cx="20002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0BCBB9-186D-66A8-8A4D-3009C103C919}"/>
              </a:ext>
            </a:extLst>
          </p:cNvPr>
          <p:cNvSpPr>
            <a:spLocks noGrp="1"/>
          </p:cNvSpPr>
          <p:nvPr/>
        </p:nvSpPr>
        <p:spPr>
          <a:xfrm>
            <a:off x="6324600" y="3529971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83EB83-617D-4270-12B3-18861BD98643}"/>
              </a:ext>
            </a:extLst>
          </p:cNvPr>
          <p:cNvSpPr>
            <a:spLocks noGrp="1"/>
          </p:cNvSpPr>
          <p:nvPr/>
        </p:nvSpPr>
        <p:spPr>
          <a:xfrm>
            <a:off x="6324600" y="361569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15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1AE7A3-4103-6A3C-4152-588C5F31E7F5}"/>
              </a:ext>
            </a:extLst>
          </p:cNvPr>
          <p:cNvSpPr>
            <a:spLocks noGrp="1"/>
          </p:cNvSpPr>
          <p:nvPr/>
        </p:nvSpPr>
        <p:spPr>
          <a:xfrm>
            <a:off x="6829427" y="3411830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06E44B-CD6D-9BAD-6236-88DF9379577E}"/>
              </a:ext>
            </a:extLst>
          </p:cNvPr>
          <p:cNvSpPr>
            <a:spLocks noGrp="1"/>
          </p:cNvSpPr>
          <p:nvPr/>
        </p:nvSpPr>
        <p:spPr>
          <a:xfrm>
            <a:off x="6743700" y="3796671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Muat Turun QR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698178-7B7B-FF8B-4678-7AA84A069486}"/>
              </a:ext>
            </a:extLst>
          </p:cNvPr>
          <p:cNvSpPr>
            <a:spLocks noGrp="1"/>
          </p:cNvSpPr>
          <p:nvPr/>
        </p:nvSpPr>
        <p:spPr>
          <a:xfrm>
            <a:off x="6743700" y="4101471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Memuat</a:t>
            </a:r>
            <a:r>
              <a:rPr lang="en-MY" sz="1400" dirty="0"/>
              <a:t> </a:t>
            </a:r>
            <a:r>
              <a:rPr lang="en-MY" sz="1400" dirty="0" err="1"/>
              <a:t>turun</a:t>
            </a:r>
            <a:r>
              <a:rPr lang="en-MY" sz="1400" dirty="0"/>
              <a:t> QR e-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selepas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dikeluarkan</a:t>
            </a:r>
            <a:r>
              <a:rPr lang="en-MY" sz="1400" dirty="0"/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BF3EF3-C80C-FD83-641B-E4B6E8BA900B}"/>
              </a:ext>
            </a:extLst>
          </p:cNvPr>
          <p:cNvSpPr>
            <a:spLocks noGrp="1"/>
          </p:cNvSpPr>
          <p:nvPr/>
        </p:nvSpPr>
        <p:spPr>
          <a:xfrm>
            <a:off x="609600" y="7132"/>
            <a:ext cx="10001250" cy="492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850" b="1" dirty="0" err="1"/>
              <a:t>Aliran</a:t>
            </a:r>
            <a:r>
              <a:rPr lang="en-MY" sz="2850" b="1" dirty="0"/>
              <a:t> </a:t>
            </a:r>
            <a:r>
              <a:rPr lang="en-MY" sz="2850" b="1" dirty="0" err="1"/>
              <a:t>Sistem</a:t>
            </a:r>
            <a:r>
              <a:rPr lang="en-MY" sz="2850" b="1" dirty="0"/>
              <a:t> dan </a:t>
            </a:r>
            <a:r>
              <a:rPr lang="en-MY" sz="2850" b="1" dirty="0" err="1"/>
              <a:t>Peranan</a:t>
            </a:r>
            <a:r>
              <a:rPr lang="en-MY" sz="2850" b="1" dirty="0"/>
              <a:t> </a:t>
            </a:r>
            <a:r>
              <a:rPr lang="en-MY" sz="2850" b="1" dirty="0" err="1"/>
              <a:t>Pengguna</a:t>
            </a:r>
            <a:r>
              <a:rPr lang="en-MY" sz="2850" b="1" dirty="0"/>
              <a:t> </a:t>
            </a:r>
            <a:r>
              <a:rPr lang="en-MY" sz="2800" b="1" dirty="0"/>
              <a:t>[</a:t>
            </a:r>
            <a:r>
              <a:rPr lang="en-MY" sz="2800" b="1" i="1" dirty="0"/>
              <a:t>End-to-end</a:t>
            </a:r>
            <a:r>
              <a:rPr lang="en-MY" sz="2800" b="1" dirty="0"/>
              <a:t>] </a:t>
            </a:r>
            <a:endParaRPr sz="2600" b="1" i="0" dirty="0">
              <a:solidFill>
                <a:srgbClr val="071527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2B2308-5940-AB4B-BB52-5C4DCD9E005E}"/>
              </a:ext>
            </a:extLst>
          </p:cNvPr>
          <p:cNvSpPr>
            <a:spLocks noGrp="1"/>
          </p:cNvSpPr>
          <p:nvPr/>
        </p:nvSpPr>
        <p:spPr>
          <a:xfrm>
            <a:off x="514350" y="439065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90E05B-10E9-397D-6331-C0FCCB608814}"/>
              </a:ext>
            </a:extLst>
          </p:cNvPr>
          <p:cNvSpPr>
            <a:spLocks noGrp="1"/>
          </p:cNvSpPr>
          <p:nvPr/>
        </p:nvSpPr>
        <p:spPr>
          <a:xfrm>
            <a:off x="9296400" y="1197257"/>
            <a:ext cx="20002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8F8C5A1-8BC2-B774-FBE7-BBB0EDE373AB}"/>
              </a:ext>
            </a:extLst>
          </p:cNvPr>
          <p:cNvSpPr>
            <a:spLocks noGrp="1"/>
          </p:cNvSpPr>
          <p:nvPr/>
        </p:nvSpPr>
        <p:spPr>
          <a:xfrm>
            <a:off x="9105900" y="1006757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3F862D-C6BA-C06D-9577-A2015CDD17F6}"/>
              </a:ext>
            </a:extLst>
          </p:cNvPr>
          <p:cNvSpPr>
            <a:spLocks noGrp="1"/>
          </p:cNvSpPr>
          <p:nvPr/>
        </p:nvSpPr>
        <p:spPr>
          <a:xfrm>
            <a:off x="9105900" y="1092482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12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E1EFAE-A153-1374-3813-9FACDD7CA846}"/>
              </a:ext>
            </a:extLst>
          </p:cNvPr>
          <p:cNvSpPr>
            <a:spLocks noGrp="1"/>
          </p:cNvSpPr>
          <p:nvPr/>
        </p:nvSpPr>
        <p:spPr>
          <a:xfrm>
            <a:off x="9610727" y="888616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6739DD-1119-15F3-F04C-6B300DC08E52}"/>
              </a:ext>
            </a:extLst>
          </p:cNvPr>
          <p:cNvSpPr>
            <a:spLocks noGrp="1"/>
          </p:cNvSpPr>
          <p:nvPr/>
        </p:nvSpPr>
        <p:spPr>
          <a:xfrm>
            <a:off x="9525000" y="1273457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Bayaran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37D1C4-F442-BA02-4EA2-5DFA325BBA38}"/>
              </a:ext>
            </a:extLst>
          </p:cNvPr>
          <p:cNvSpPr>
            <a:spLocks noGrp="1"/>
          </p:cNvSpPr>
          <p:nvPr/>
        </p:nvSpPr>
        <p:spPr>
          <a:xfrm>
            <a:off x="9525000" y="1578257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/>
              <a:t>Membuat </a:t>
            </a:r>
            <a:r>
              <a:rPr lang="en-MY" sz="1400" dirty="0" err="1"/>
              <a:t>bayaran</a:t>
            </a:r>
            <a:r>
              <a:rPr lang="en-MY" sz="1400" dirty="0"/>
              <a:t>, </a:t>
            </a:r>
            <a:r>
              <a:rPr lang="en-MY" sz="1400" dirty="0" err="1"/>
              <a:t>memuat</a:t>
            </a:r>
            <a:r>
              <a:rPr lang="en-MY" sz="1400" dirty="0"/>
              <a:t> naik </a:t>
            </a:r>
            <a:r>
              <a:rPr lang="en-MY" sz="1400" dirty="0" err="1"/>
              <a:t>bukti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05F0F33-C78C-1DAE-0DAE-DB5B1158DB0B}"/>
              </a:ext>
            </a:extLst>
          </p:cNvPr>
          <p:cNvSpPr>
            <a:spLocks noGrp="1"/>
          </p:cNvSpPr>
          <p:nvPr/>
        </p:nvSpPr>
        <p:spPr>
          <a:xfrm>
            <a:off x="952500" y="3710017"/>
            <a:ext cx="2000250" cy="28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0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51B95572-E6D8-10C5-627B-0B4418546337}"/>
              </a:ext>
            </a:extLst>
          </p:cNvPr>
          <p:cNvSpPr>
            <a:spLocks noGrp="1"/>
          </p:cNvSpPr>
          <p:nvPr/>
        </p:nvSpPr>
        <p:spPr>
          <a:xfrm>
            <a:off x="762000" y="3519517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B052E2B-0E06-CD7E-0B1B-9CA07ADF1F8C}"/>
              </a:ext>
            </a:extLst>
          </p:cNvPr>
          <p:cNvSpPr>
            <a:spLocks noGrp="1"/>
          </p:cNvSpPr>
          <p:nvPr/>
        </p:nvSpPr>
        <p:spPr>
          <a:xfrm>
            <a:off x="762000" y="3605242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3302BC3-E89E-44E4-2148-F6763644911E}"/>
              </a:ext>
            </a:extLst>
          </p:cNvPr>
          <p:cNvSpPr>
            <a:spLocks noGrp="1"/>
          </p:cNvSpPr>
          <p:nvPr/>
        </p:nvSpPr>
        <p:spPr>
          <a:xfrm>
            <a:off x="1266827" y="3424269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>
                <a:solidFill>
                  <a:srgbClr val="071527"/>
                </a:solidFill>
              </a:rPr>
              <a:t>FIN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48D10F8-1E25-3E76-A131-D14458DAF5FE}"/>
              </a:ext>
            </a:extLst>
          </p:cNvPr>
          <p:cNvSpPr>
            <a:spLocks noGrp="1"/>
          </p:cNvSpPr>
          <p:nvPr/>
        </p:nvSpPr>
        <p:spPr>
          <a:xfrm>
            <a:off x="1181100" y="3786217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Verifikasi</a:t>
            </a:r>
            <a:r>
              <a:rPr lang="en-MY" sz="1400" b="1" dirty="0"/>
              <a:t> </a:t>
            </a:r>
            <a:r>
              <a:rPr lang="en-MY" sz="1400" b="1" dirty="0" err="1"/>
              <a:t>Bayaran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6C996E7-8D94-2F8D-11FB-F4EF0780CF67}"/>
              </a:ext>
            </a:extLst>
          </p:cNvPr>
          <p:cNvSpPr>
            <a:spLocks noGrp="1"/>
          </p:cNvSpPr>
          <p:nvPr/>
        </p:nvSpPr>
        <p:spPr>
          <a:xfrm>
            <a:off x="1181100" y="4091017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nb-NO" sz="1400" dirty="0"/>
              <a:t>Menyemak dan mengesahkan bukti resit bayaran.</a:t>
            </a:r>
            <a:endParaRPr lang="en-MY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C182B3-2F15-D12B-6577-67BABC907DD7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 dirty="0">
                <a:solidFill>
                  <a:srgbClr val="4F627A"/>
                </a:solidFill>
              </a:rPr>
              <a:t>0</a:t>
            </a:r>
            <a:r>
              <a:rPr lang="en-MY" sz="975" b="1" i="0" dirty="0">
                <a:solidFill>
                  <a:srgbClr val="4F627A"/>
                </a:solidFill>
              </a:rPr>
              <a:t>7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531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05C5B3-1ACB-4F99-96CB-F9CBEFE504D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 dirty="0">
                <a:solidFill>
                  <a:srgbClr val="071527"/>
                </a:solidFill>
              </a:rPr>
              <a:t>Modul </a:t>
            </a:r>
            <a:r>
              <a:rPr sz="2850" b="1" i="0" dirty="0" err="1">
                <a:solidFill>
                  <a:srgbClr val="071527"/>
                </a:solidFill>
              </a:rPr>
              <a:t>Bayaran</a:t>
            </a:r>
            <a:r>
              <a:rPr sz="2850" b="1" i="0" dirty="0">
                <a:solidFill>
                  <a:srgbClr val="071527"/>
                </a:solidFill>
              </a:rPr>
              <a:t>, QR, </a:t>
            </a:r>
            <a:r>
              <a:rPr sz="2850" b="1" i="0" dirty="0" err="1">
                <a:solidFill>
                  <a:srgbClr val="071527"/>
                </a:solidFill>
              </a:rPr>
              <a:t>Pemantauan</a:t>
            </a:r>
            <a:r>
              <a:rPr sz="2850" b="1" i="0" dirty="0">
                <a:solidFill>
                  <a:srgbClr val="071527"/>
                </a:solidFill>
              </a:rPr>
              <a:t> dan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D0007F-655B-41CA-998C-00C307E0CDDF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97FB57-5AC2-46FD-ACE8-6DB8D6D054D4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3BA307-4A7A-46EB-A656-3585B23B679B}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434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Bayaran</a:t>
            </a:r>
            <a:r>
              <a:rPr sz="15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150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sz="15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digital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A939C2-C821-4AE4-981E-7F6BE9AD14AF}"/>
              </a:ext>
            </a:extLst>
          </p:cNvPr>
          <p:cNvSpPr>
            <a:spLocks noGrp="1"/>
          </p:cNvSpPr>
          <p:nvPr/>
        </p:nvSpPr>
        <p:spPr>
          <a:xfrm>
            <a:off x="933450" y="240030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Sistem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menjana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pemohon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memuat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naik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resit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mengesahkan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bayaran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sebelum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e-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dikeluarkan</a:t>
            </a:r>
            <a:r>
              <a:rPr lang="en-MY"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oleh PT(IKL)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611CA7-B583-4DFC-B431-0B05EFA14157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374C46-9ACE-4143-8C3E-A43A193D5894}"/>
              </a:ext>
            </a:extLst>
          </p:cNvPr>
          <p:cNvSpPr>
            <a:spLocks noGrp="1"/>
          </p:cNvSpPr>
          <p:nvPr/>
        </p:nvSpPr>
        <p:spPr>
          <a:xfrm>
            <a:off x="933450" y="3638550"/>
            <a:ext cx="434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QR Code </a:t>
            </a:r>
            <a:r>
              <a:rPr sz="150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endParaRPr sz="150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156152-47BB-4B25-913D-76C646519ECF}"/>
              </a:ext>
            </a:extLst>
          </p:cNvPr>
          <p:cNvSpPr>
            <a:spLocks noGrp="1"/>
          </p:cNvSpPr>
          <p:nvPr/>
        </p:nvSpPr>
        <p:spPr>
          <a:xfrm>
            <a:off x="933450" y="394335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digital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boleh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disemak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melalui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QR Code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untuk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mengesahkan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status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sah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tamat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tempoh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atau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tidak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berdaftar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04C77C-547F-4A13-86B3-AB789CEC438D}"/>
              </a:ext>
            </a:extLst>
          </p:cNvPr>
          <p:cNvSpPr>
            <a:spLocks noGrp="1"/>
          </p:cNvSpPr>
          <p:nvPr/>
        </p:nvSpPr>
        <p:spPr>
          <a:xfrm>
            <a:off x="6286500" y="194310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B5DBE9-1C09-49E0-8EF9-2AF2A92815CB}"/>
              </a:ext>
            </a:extLst>
          </p:cNvPr>
          <p:cNvSpPr>
            <a:spLocks noGrp="1"/>
          </p:cNvSpPr>
          <p:nvPr/>
        </p:nvSpPr>
        <p:spPr>
          <a:xfrm>
            <a:off x="6496050" y="2095500"/>
            <a:ext cx="434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D97706"/>
                </a:solidFill>
              </a:defRPr>
            </a:pPr>
            <a:r>
              <a:rPr sz="150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Pemantauan</a:t>
            </a:r>
            <a:r>
              <a:rPr sz="15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150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penguatkuasaan</a:t>
            </a:r>
            <a:endParaRPr sz="150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2A56E0-F57F-4514-9838-C84301DC04DB}"/>
              </a:ext>
            </a:extLst>
          </p:cNvPr>
          <p:cNvSpPr>
            <a:spLocks noGrp="1"/>
          </p:cNvSpPr>
          <p:nvPr/>
        </p:nvSpPr>
        <p:spPr>
          <a:xfrm>
            <a:off x="6496050" y="240030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Pegawai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boleh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menyemak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rekod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status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bayaran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tempoh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sah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keperluan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tindakan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susulan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554274F-0598-45EF-A248-94FF078BD3C4}"/>
              </a:ext>
            </a:extLst>
          </p:cNvPr>
          <p:cNvSpPr>
            <a:spLocks noGrp="1"/>
          </p:cNvSpPr>
          <p:nvPr/>
        </p:nvSpPr>
        <p:spPr>
          <a:xfrm>
            <a:off x="6286500" y="348615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BD07D8-782B-46B4-B18D-B6AD70191478}"/>
              </a:ext>
            </a:extLst>
          </p:cNvPr>
          <p:cNvSpPr>
            <a:spLocks noGrp="1"/>
          </p:cNvSpPr>
          <p:nvPr/>
        </p:nvSpPr>
        <p:spPr>
          <a:xfrm>
            <a:off x="6496050" y="3638550"/>
            <a:ext cx="434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7C3AED"/>
                </a:solidFill>
              </a:defRPr>
            </a:pPr>
            <a:r>
              <a:rPr sz="15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Dashboard dan </a:t>
            </a:r>
            <a:r>
              <a:rPr sz="150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pelaporan</a:t>
            </a:r>
            <a:endParaRPr sz="150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6A7BD2-605B-48FA-94FF-C588B1867A28}"/>
              </a:ext>
            </a:extLst>
          </p:cNvPr>
          <p:cNvSpPr>
            <a:spLocks noGrp="1"/>
          </p:cNvSpPr>
          <p:nvPr/>
        </p:nvSpPr>
        <p:spPr>
          <a:xfrm>
            <a:off x="6496050" y="394335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Paparan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jumlah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kadar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kelulusan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purata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tempoh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proses, bottleneck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jabatan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pematuhan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SLA.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BD4009-F7A4-4449-96F5-5881C2F64CD4}"/>
              </a:ext>
            </a:extLst>
          </p:cNvPr>
          <p:cNvSpPr>
            <a:spLocks noGrp="1"/>
          </p:cNvSpPr>
          <p:nvPr/>
        </p:nvSpPr>
        <p:spPr>
          <a:xfrm>
            <a:off x="1200150" y="51816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06B49"/>
                </a:solidFill>
              </a:defRPr>
            </a:pPr>
            <a:r>
              <a:rPr sz="16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Modul </a:t>
            </a:r>
            <a:r>
              <a:rPr sz="165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akhir</a:t>
            </a:r>
            <a:r>
              <a:rPr sz="16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5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memastikan</a:t>
            </a:r>
            <a:r>
              <a:rPr sz="16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5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perjalanan</a:t>
            </a:r>
            <a:r>
              <a:rPr sz="16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5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pemohon</a:t>
            </a:r>
            <a:r>
              <a:rPr sz="16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5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ditutup</a:t>
            </a:r>
            <a:r>
              <a:rPr sz="16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5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dengan</a:t>
            </a:r>
            <a:r>
              <a:rPr sz="16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5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sz="16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digital yang </a:t>
            </a:r>
            <a:endParaRPr lang="en-MY" sz="16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1650" b="1" i="0">
                <a:solidFill>
                  <a:srgbClr val="006B49"/>
                </a:solidFill>
              </a:defRPr>
            </a:pPr>
            <a:r>
              <a:rPr sz="165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boleh</a:t>
            </a:r>
            <a:r>
              <a:rPr sz="16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5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disahkan</a:t>
            </a:r>
            <a:r>
              <a:rPr sz="16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1650" b="1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dipantau</a:t>
            </a:r>
            <a:r>
              <a:rPr sz="16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9F71E6-F7CF-4FA7-9703-3A05B03D225A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3D1492-2704-4ADE-B2B1-99FBAA3C49C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BCE19A4-F2DB-3504-0CE7-34D910A5E6CE}"/>
              </a:ext>
            </a:extLst>
          </p:cNvPr>
          <p:cNvSpPr/>
          <p:nvPr/>
        </p:nvSpPr>
        <p:spPr>
          <a:xfrm>
            <a:off x="537087" y="1699137"/>
            <a:ext cx="373626" cy="373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6B759F-F1AD-1BA0-C1CD-9B449F7698E2}"/>
              </a:ext>
            </a:extLst>
          </p:cNvPr>
          <p:cNvSpPr/>
          <p:nvPr/>
        </p:nvSpPr>
        <p:spPr>
          <a:xfrm>
            <a:off x="6122424" y="1702210"/>
            <a:ext cx="373626" cy="373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E370CCA-1C3B-C8B1-329D-1FFACBC845A2}"/>
              </a:ext>
            </a:extLst>
          </p:cNvPr>
          <p:cNvSpPr/>
          <p:nvPr/>
        </p:nvSpPr>
        <p:spPr>
          <a:xfrm>
            <a:off x="537087" y="3310168"/>
            <a:ext cx="373626" cy="373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44FAF26-A081-ABCA-51C2-23764124B77C}"/>
              </a:ext>
            </a:extLst>
          </p:cNvPr>
          <p:cNvSpPr/>
          <p:nvPr/>
        </p:nvSpPr>
        <p:spPr>
          <a:xfrm>
            <a:off x="6122424" y="3303255"/>
            <a:ext cx="373626" cy="373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D1209A-76DD-CBF7-8E93-A5EBBA9EC7B2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 dirty="0">
                <a:solidFill>
                  <a:srgbClr val="4F627A"/>
                </a:solidFill>
              </a:rPr>
              <a:t>0</a:t>
            </a:r>
            <a:r>
              <a:rPr lang="en-MY" sz="975" b="1" i="0" dirty="0">
                <a:solidFill>
                  <a:srgbClr val="4F627A"/>
                </a:solidFill>
              </a:rPr>
              <a:t>8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281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8A9442-D261-401B-8E4B-7D8F91874A3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KESIMPULAN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097972-33DF-4019-89AF-A00996AE5CF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 dirty="0" err="1">
                <a:solidFill>
                  <a:srgbClr val="071527"/>
                </a:solidFill>
              </a:rPr>
              <a:t>Impak</a:t>
            </a:r>
            <a:r>
              <a:rPr sz="2850" b="1" i="0" dirty="0">
                <a:solidFill>
                  <a:srgbClr val="071527"/>
                </a:solidFill>
              </a:rPr>
              <a:t> </a:t>
            </a:r>
            <a:r>
              <a:rPr sz="2850" b="1" i="0" dirty="0" err="1">
                <a:solidFill>
                  <a:srgbClr val="071527"/>
                </a:solidFill>
              </a:rPr>
              <a:t>Projek</a:t>
            </a:r>
            <a:r>
              <a:rPr sz="2850" b="1" i="0" dirty="0">
                <a:solidFill>
                  <a:srgbClr val="071527"/>
                </a:solidFill>
              </a:rPr>
              <a:t> dan </a:t>
            </a:r>
            <a:r>
              <a:rPr sz="2850" b="1" i="0" dirty="0" err="1">
                <a:solidFill>
                  <a:srgbClr val="071527"/>
                </a:solidFill>
              </a:rPr>
              <a:t>Penutup</a:t>
            </a:r>
            <a:endParaRPr sz="2850" b="1" i="0" dirty="0">
              <a:solidFill>
                <a:srgbClr val="07152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111C9B-4FF5-49D6-925C-87CE4F567EB0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1950229"/>
            <a:ext cx="3429000" cy="18716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60336D-AEAD-4335-90FE-133967719F12}"/>
              </a:ext>
            </a:extLst>
          </p:cNvPr>
          <p:cNvSpPr>
            <a:spLocks noGrp="1"/>
          </p:cNvSpPr>
          <p:nvPr/>
        </p:nvSpPr>
        <p:spPr>
          <a:xfrm>
            <a:off x="876300" y="20288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240568-F188-4513-8E42-80FD23C91CF8}"/>
              </a:ext>
            </a:extLst>
          </p:cNvPr>
          <p:cNvSpPr>
            <a:spLocks noGrp="1"/>
          </p:cNvSpPr>
          <p:nvPr/>
        </p:nvSpPr>
        <p:spPr>
          <a:xfrm>
            <a:off x="1104900" y="19431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Mengurangkan proses manual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947B5B-8BF6-4A90-AB9D-7DAF2DB7EAF9}"/>
              </a:ext>
            </a:extLst>
          </p:cNvPr>
          <p:cNvSpPr>
            <a:spLocks noGrp="1"/>
          </p:cNvSpPr>
          <p:nvPr/>
        </p:nvSpPr>
        <p:spPr>
          <a:xfrm>
            <a:off x="1104900" y="221932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Dokumen fizikal dan pergerakan fail dikurangkan melalui borang, dokumen dan keputusan digital.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4858D2-F860-4B7D-8A5A-CC19227C0AAB}"/>
              </a:ext>
            </a:extLst>
          </p:cNvPr>
          <p:cNvSpPr>
            <a:spLocks noGrp="1"/>
          </p:cNvSpPr>
          <p:nvPr/>
        </p:nvSpPr>
        <p:spPr>
          <a:xfrm>
            <a:off x="876300" y="28098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D36B6A-6656-44C3-A69F-25498929729B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Mempercepatkan semakan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E7ECD-5A2D-4C28-B72C-DF09ACB5D79B}"/>
              </a:ext>
            </a:extLst>
          </p:cNvPr>
          <p:cNvSpPr>
            <a:spLocks noGrp="1"/>
          </p:cNvSpPr>
          <p:nvPr/>
        </p:nvSpPr>
        <p:spPr>
          <a:xfrm>
            <a:off x="1104900" y="300037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Semakan teknikal secara selari mengurangkan masa menunggu antara jabatan.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6E8E8-B0BB-431F-BB1F-B8D79B64BE06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92C6B9-1DB4-4419-9B7A-CFA6BBF91A5C}"/>
              </a:ext>
            </a:extLst>
          </p:cNvPr>
          <p:cNvSpPr>
            <a:spLocks noGrp="1"/>
          </p:cNvSpPr>
          <p:nvPr/>
        </p:nvSpPr>
        <p:spPr>
          <a:xfrm>
            <a:off x="1104900" y="35052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Meningkatkan ketelusan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2A6E4B-20D3-4888-970C-636B29703138}"/>
              </a:ext>
            </a:extLst>
          </p:cNvPr>
          <p:cNvSpPr>
            <a:spLocks noGrp="1"/>
          </p:cNvSpPr>
          <p:nvPr/>
        </p:nvSpPr>
        <p:spPr>
          <a:xfrm>
            <a:off x="1104900" y="378142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Status, log tindakan, notifikasi dan keputusan boleh dijejak oleh pihak berkaitan.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038D7C-5F39-4BA2-853E-0AA6D299179B}"/>
              </a:ext>
            </a:extLst>
          </p:cNvPr>
          <p:cNvSpPr>
            <a:spLocks noGrp="1"/>
          </p:cNvSpPr>
          <p:nvPr/>
        </p:nvSpPr>
        <p:spPr>
          <a:xfrm>
            <a:off x="876300" y="43719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608989-DE27-4E24-9220-D3C2AB9BD54D}"/>
              </a:ext>
            </a:extLst>
          </p:cNvPr>
          <p:cNvSpPr>
            <a:spLocks noGrp="1"/>
          </p:cNvSpPr>
          <p:nvPr/>
        </p:nvSpPr>
        <p:spPr>
          <a:xfrm>
            <a:off x="1104900" y="42862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Menyokong penguatkuasaan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8DCD41-5781-42F2-B434-BAF36CA0DFD9}"/>
              </a:ext>
            </a:extLst>
          </p:cNvPr>
          <p:cNvSpPr>
            <a:spLocks noGrp="1"/>
          </p:cNvSpPr>
          <p:nvPr/>
        </p:nvSpPr>
        <p:spPr>
          <a:xfrm>
            <a:off x="1104900" y="456247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digital dan QR Code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memudahkan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semakan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status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di </a:t>
            </a:r>
            <a:r>
              <a:rPr lang="en-MY"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tapak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B794BF-7A91-4472-BCF4-0F3C66414B36}"/>
              </a:ext>
            </a:extLst>
          </p:cNvPr>
          <p:cNvSpPr>
            <a:spLocks noGrp="1"/>
          </p:cNvSpPr>
          <p:nvPr/>
        </p:nvSpPr>
        <p:spPr>
          <a:xfrm>
            <a:off x="6781800" y="4343400"/>
            <a:ext cx="438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071527"/>
                </a:solidFill>
              </a:defRPr>
            </a:pPr>
            <a:r>
              <a:rPr sz="1875" b="1" i="0">
                <a:solidFill>
                  <a:srgbClr val="071527"/>
                </a:solidFill>
              </a:rPr>
              <a:t>ALiS menyediakan asas sistem bersepadu untuk mempercepatkan perkhidmatan Lesen Iklan serta meningkatkan akauntabiliti operasi DBKU.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08B1B8-54A6-4294-82E7-41E083383830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54320B-E119-4F36-9045-1B47065EBD8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E81611-A27C-193D-A948-FE4FC9BFF35B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 dirty="0">
                <a:solidFill>
                  <a:srgbClr val="4F627A"/>
                </a:solidFill>
              </a:rPr>
              <a:t>0</a:t>
            </a:r>
            <a:r>
              <a:rPr lang="en-MY" sz="975" b="1" i="0" dirty="0">
                <a:solidFill>
                  <a:srgbClr val="4F627A"/>
                </a:solidFill>
              </a:rPr>
              <a:t>9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77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566507-E1F8-13CC-22C2-4762A0155BB0}"/>
              </a:ext>
            </a:extLst>
          </p:cNvPr>
          <p:cNvSpPr txBox="1"/>
          <p:nvPr/>
        </p:nvSpPr>
        <p:spPr>
          <a:xfrm>
            <a:off x="1474702" y="2875002"/>
            <a:ext cx="924259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6600" b="1" dirty="0" err="1">
                <a:solidFill>
                  <a:srgbClr val="071527"/>
                </a:solidFill>
              </a:rPr>
              <a:t>Contoh</a:t>
            </a:r>
            <a:r>
              <a:rPr lang="en-MY" sz="6600" b="1" dirty="0">
                <a:solidFill>
                  <a:srgbClr val="071527"/>
                </a:solidFill>
              </a:rPr>
              <a:t> Visual </a:t>
            </a:r>
            <a:r>
              <a:rPr lang="en-MY" sz="6600" b="1" dirty="0" err="1">
                <a:solidFill>
                  <a:srgbClr val="071527"/>
                </a:solidFill>
              </a:rPr>
              <a:t>Sistem</a:t>
            </a:r>
            <a:r>
              <a:rPr lang="en-MY" sz="6600" b="1" dirty="0">
                <a:solidFill>
                  <a:srgbClr val="071527"/>
                </a:solidFill>
              </a:rPr>
              <a:t> </a:t>
            </a:r>
            <a:r>
              <a:rPr lang="en-MY" sz="6600" b="1" dirty="0" err="1">
                <a:solidFill>
                  <a:srgbClr val="071527"/>
                </a:solidFill>
              </a:rPr>
              <a:t>ALiS</a:t>
            </a:r>
            <a:endParaRPr lang="en-MY" sz="6600" b="1" dirty="0">
              <a:solidFill>
                <a:srgbClr val="07152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6F22FC-E927-324B-78E0-0D195159671C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 dirty="0">
                <a:solidFill>
                  <a:srgbClr val="4F627A"/>
                </a:solidFill>
              </a:rPr>
              <a:t>1</a:t>
            </a:r>
            <a:r>
              <a:rPr lang="en-MY" sz="975" b="1" i="0" dirty="0">
                <a:solidFill>
                  <a:srgbClr val="4F627A"/>
                </a:solidFill>
              </a:rPr>
              <a:t>0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640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458E6-A892-8E2E-B702-F6A286A2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E53FE8-1645-EDB3-646A-5DA59001F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52" y="1002891"/>
            <a:ext cx="9223295" cy="525167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E4CBD0-9487-FB36-2FA1-B305C9CE797C}"/>
              </a:ext>
            </a:extLst>
          </p:cNvPr>
          <p:cNvSpPr txBox="1"/>
          <p:nvPr/>
        </p:nvSpPr>
        <p:spPr>
          <a:xfrm>
            <a:off x="629128" y="227373"/>
            <a:ext cx="2153154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850" b="1" dirty="0"/>
              <a:t>Soalan Lazim</a:t>
            </a:r>
            <a:endParaRPr lang="en-MY" sz="6600" b="1" dirty="0">
              <a:solidFill>
                <a:srgbClr val="071527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39602F-93E3-334A-BB4B-EE9DAFB265E7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lang="en-MY" sz="975" b="1" dirty="0">
                <a:solidFill>
                  <a:srgbClr val="4F627A"/>
                </a:solidFill>
              </a:rPr>
              <a:t>11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804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05D6B-5F00-89F9-6F9D-CDC5BEC3C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1D9E22-07CB-7323-DC3E-6C44F97E2D0E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21B0D9-AB8F-CEE4-958B-749C8B42DE43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AFF272-B4CA-77A3-8E6D-588B0EBA5FF6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6B45D1-55B0-A826-8ADD-E8C4C776DEC2}"/>
              </a:ext>
            </a:extLst>
          </p:cNvPr>
          <p:cNvSpPr>
            <a:spLocks noGrp="1"/>
          </p:cNvSpPr>
          <p:nvPr/>
        </p:nvSpPr>
        <p:spPr>
          <a:xfrm>
            <a:off x="794877" y="406282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>
                <a:solidFill>
                  <a:srgbClr val="071527"/>
                </a:solidFill>
              </a:rPr>
              <a:t>Pendaftaran</a:t>
            </a:r>
            <a:r>
              <a:rPr lang="en-MY" sz="1400" b="1" dirty="0">
                <a:solidFill>
                  <a:srgbClr val="071527"/>
                </a:solidFill>
              </a:rPr>
              <a:t> &amp; Log Masuk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F76F33-9203-CE52-88A4-53EEE73C49DB}"/>
              </a:ext>
            </a:extLst>
          </p:cNvPr>
          <p:cNvSpPr>
            <a:spLocks noGrp="1"/>
          </p:cNvSpPr>
          <p:nvPr/>
        </p:nvSpPr>
        <p:spPr>
          <a:xfrm>
            <a:off x="794877" y="711081"/>
            <a:ext cx="9398102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Mendaftar</a:t>
            </a:r>
            <a:r>
              <a:rPr lang="en-MY" sz="1400" dirty="0"/>
              <a:t> </a:t>
            </a:r>
            <a:r>
              <a:rPr lang="en-MY" sz="1400" dirty="0" err="1"/>
              <a:t>akaun</a:t>
            </a:r>
            <a:r>
              <a:rPr lang="en-MY" sz="1400" dirty="0"/>
              <a:t>, log </a:t>
            </a:r>
            <a:r>
              <a:rPr lang="en-MY" sz="1400" dirty="0" err="1"/>
              <a:t>masuk</a:t>
            </a:r>
            <a:r>
              <a:rPr lang="en-MY" sz="1400" dirty="0"/>
              <a:t> </a:t>
            </a:r>
            <a:r>
              <a:rPr lang="en-MY" sz="1400" dirty="0" err="1"/>
              <a:t>ke</a:t>
            </a:r>
            <a:r>
              <a:rPr lang="en-MY" sz="1400" dirty="0"/>
              <a:t> </a:t>
            </a:r>
            <a:r>
              <a:rPr lang="en-MY" sz="1400" dirty="0" err="1"/>
              <a:t>sistem</a:t>
            </a:r>
            <a:r>
              <a:rPr lang="en-MY" sz="1400" dirty="0"/>
              <a:t> </a:t>
            </a:r>
            <a:r>
              <a:rPr lang="en-MY" sz="1400" dirty="0" err="1"/>
              <a:t>ALiS</a:t>
            </a:r>
            <a:r>
              <a:rPr lang="en-MY" sz="1400" dirty="0"/>
              <a:t> dan </a:t>
            </a:r>
            <a:r>
              <a:rPr lang="en-MY" sz="1400" dirty="0" err="1"/>
              <a:t>melengkapkan</a:t>
            </a:r>
            <a:r>
              <a:rPr lang="en-MY" sz="1400" dirty="0"/>
              <a:t> </a:t>
            </a:r>
            <a:r>
              <a:rPr lang="en-MY" sz="1400" dirty="0" err="1"/>
              <a:t>maklumat</a:t>
            </a:r>
            <a:r>
              <a:rPr lang="en-MY" sz="1400" dirty="0"/>
              <a:t> </a:t>
            </a:r>
            <a:r>
              <a:rPr lang="en-MY" sz="1400" dirty="0" err="1"/>
              <a:t>profil</a:t>
            </a:r>
            <a:r>
              <a:rPr lang="en-MY" sz="1400" dirty="0"/>
              <a:t> </a:t>
            </a:r>
            <a:r>
              <a:rPr lang="en-MY" sz="1400" dirty="0" err="1"/>
              <a:t>pengguna</a:t>
            </a:r>
            <a:r>
              <a:rPr lang="en-MY" sz="1400" dirty="0"/>
              <a:t>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3FA96F9-CDA8-4C45-74EC-0C3508A41C1C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sz="1400" b="1" i="0" dirty="0">
              <a:solidFill>
                <a:srgbClr val="071527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8D7B5B2-5E10-F1CC-EA08-81BDBC214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77" y="1237813"/>
            <a:ext cx="4320000" cy="245459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7B2F23B-E0D8-8780-9068-89C254ECA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25" y="1262411"/>
            <a:ext cx="4320000" cy="243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17190E3-9FAA-B416-A0B2-2FBFA6C35C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000" y="4051774"/>
            <a:ext cx="4320000" cy="24290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8" name="Arrow: Bent 47">
            <a:extLst>
              <a:ext uri="{FF2B5EF4-FFF2-40B4-BE49-F238E27FC236}">
                <a16:creationId xmlns:a16="http://schemas.microsoft.com/office/drawing/2014/main" id="{054DEEB9-84E8-0A77-12BC-3917A7A86248}"/>
              </a:ext>
            </a:extLst>
          </p:cNvPr>
          <p:cNvSpPr/>
          <p:nvPr/>
        </p:nvSpPr>
        <p:spPr>
          <a:xfrm flipV="1">
            <a:off x="2195052" y="4004374"/>
            <a:ext cx="1379855" cy="1727319"/>
          </a:xfrm>
          <a:prstGeom prst="bentArrow">
            <a:avLst>
              <a:gd name="adj1" fmla="val 10731"/>
              <a:gd name="adj2" fmla="val 38776"/>
              <a:gd name="adj3" fmla="val 36647"/>
              <a:gd name="adj4" fmla="val 437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52" name="Arrow: Bent 51">
            <a:extLst>
              <a:ext uri="{FF2B5EF4-FFF2-40B4-BE49-F238E27FC236}">
                <a16:creationId xmlns:a16="http://schemas.microsoft.com/office/drawing/2014/main" id="{7D173B77-938E-3A5E-6D68-96154F5D67DF}"/>
              </a:ext>
            </a:extLst>
          </p:cNvPr>
          <p:cNvSpPr/>
          <p:nvPr/>
        </p:nvSpPr>
        <p:spPr>
          <a:xfrm rot="16200000" flipV="1">
            <a:off x="8790825" y="3830642"/>
            <a:ext cx="1379855" cy="1727319"/>
          </a:xfrm>
          <a:prstGeom prst="bentArrow">
            <a:avLst>
              <a:gd name="adj1" fmla="val 10731"/>
              <a:gd name="adj2" fmla="val 38776"/>
              <a:gd name="adj3" fmla="val 36647"/>
              <a:gd name="adj4" fmla="val 437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EE41CA-8F85-3620-B711-947DED4722F9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lang="en-MY" sz="975" b="1" dirty="0">
                <a:solidFill>
                  <a:srgbClr val="4F627A"/>
                </a:solidFill>
              </a:rPr>
              <a:t>12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455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D1C8FC-71C8-855B-BB2D-63DBDFC0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48CE4F-1B32-BB4E-CEDB-515FA1DF978D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711B4D-1B9D-279D-7193-B5EDA28D804B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A7F869-9B7B-5419-5CD3-30F2F14342F6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2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3A5ED-F9D5-3679-909F-1978E850715E}"/>
              </a:ext>
            </a:extLst>
          </p:cNvPr>
          <p:cNvSpPr>
            <a:spLocks noGrp="1"/>
          </p:cNvSpPr>
          <p:nvPr/>
        </p:nvSpPr>
        <p:spPr>
          <a:xfrm>
            <a:off x="794876" y="406282"/>
            <a:ext cx="45924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Pengisian</a:t>
            </a:r>
            <a:r>
              <a:rPr lang="en-MY" sz="1400" b="1" dirty="0"/>
              <a:t> </a:t>
            </a:r>
            <a:r>
              <a:rPr lang="en-MY" sz="1400" b="1" dirty="0" err="1"/>
              <a:t>Permohonan</a:t>
            </a:r>
            <a:r>
              <a:rPr lang="en-MY" sz="1400" b="1" dirty="0"/>
              <a:t> Digital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4D6DF0-0348-A361-1DE5-A427C1CE0429}"/>
              </a:ext>
            </a:extLst>
          </p:cNvPr>
          <p:cNvSpPr>
            <a:spLocks noGrp="1"/>
          </p:cNvSpPr>
          <p:nvPr/>
        </p:nvSpPr>
        <p:spPr>
          <a:xfrm>
            <a:off x="794877" y="711081"/>
            <a:ext cx="9398102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Mengisi</a:t>
            </a:r>
            <a:r>
              <a:rPr lang="en-MY" sz="1400" dirty="0"/>
              <a:t> </a:t>
            </a:r>
            <a:r>
              <a:rPr lang="en-MY" sz="1400" dirty="0" err="1"/>
              <a:t>borang</a:t>
            </a:r>
            <a:r>
              <a:rPr lang="en-MY" sz="1400" dirty="0"/>
              <a:t> </a:t>
            </a:r>
            <a:r>
              <a:rPr lang="en-MY" sz="1400" dirty="0" err="1"/>
              <a:t>permohonan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 </a:t>
            </a:r>
            <a:r>
              <a:rPr lang="en-MY" sz="1400" dirty="0" err="1"/>
              <a:t>dengan</a:t>
            </a:r>
            <a:r>
              <a:rPr lang="en-MY" sz="1400" dirty="0"/>
              <a:t> </a:t>
            </a:r>
            <a:r>
              <a:rPr lang="en-MY" sz="1400" dirty="0" err="1"/>
              <a:t>maklumat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, </a:t>
            </a:r>
            <a:r>
              <a:rPr lang="en-MY" sz="1400" dirty="0" err="1"/>
              <a:t>lokasi</a:t>
            </a:r>
            <a:r>
              <a:rPr lang="en-MY" sz="1400" dirty="0"/>
              <a:t>, </a:t>
            </a:r>
            <a:r>
              <a:rPr lang="en-MY" sz="1400" dirty="0" err="1"/>
              <a:t>tempoh</a:t>
            </a:r>
            <a:r>
              <a:rPr lang="en-MY" sz="1400" dirty="0"/>
              <a:t> dan </a:t>
            </a:r>
            <a:r>
              <a:rPr lang="en-MY" sz="1400" dirty="0" err="1"/>
              <a:t>butiran</a:t>
            </a:r>
            <a:r>
              <a:rPr lang="en-MY" sz="1400" dirty="0"/>
              <a:t> </a:t>
            </a:r>
            <a:r>
              <a:rPr lang="en-MY" sz="1400" dirty="0" err="1"/>
              <a:t>berkaitan</a:t>
            </a:r>
            <a:r>
              <a:rPr lang="en-MY" sz="1400" dirty="0"/>
              <a:t>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BC46520-E12B-EC88-F3B3-BE14FAE7B350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sz="1400" b="1" i="0" dirty="0">
              <a:solidFill>
                <a:srgbClr val="071527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8A6DF1-10F2-C6E2-130B-A0EEF4F4E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7" y="1262411"/>
            <a:ext cx="4320000" cy="243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9058A5-3B1C-333C-3398-AA8F6BCD4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000" y="4051774"/>
            <a:ext cx="4320000" cy="245459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5DE818-C82E-60A4-51CE-83EA5B705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125" y="1248170"/>
            <a:ext cx="4320000" cy="24584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6" name="Arrow: Bent 15">
            <a:extLst>
              <a:ext uri="{FF2B5EF4-FFF2-40B4-BE49-F238E27FC236}">
                <a16:creationId xmlns:a16="http://schemas.microsoft.com/office/drawing/2014/main" id="{64357D59-4E31-AF9B-989D-475AC1BB6600}"/>
              </a:ext>
            </a:extLst>
          </p:cNvPr>
          <p:cNvSpPr/>
          <p:nvPr/>
        </p:nvSpPr>
        <p:spPr>
          <a:xfrm flipV="1">
            <a:off x="2195052" y="4004374"/>
            <a:ext cx="1379855" cy="1727319"/>
          </a:xfrm>
          <a:prstGeom prst="bentArrow">
            <a:avLst>
              <a:gd name="adj1" fmla="val 10731"/>
              <a:gd name="adj2" fmla="val 38776"/>
              <a:gd name="adj3" fmla="val 36647"/>
              <a:gd name="adj4" fmla="val 437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B8C69F31-0CC2-2C6C-8CBB-5AA6CE3F365B}"/>
              </a:ext>
            </a:extLst>
          </p:cNvPr>
          <p:cNvSpPr/>
          <p:nvPr/>
        </p:nvSpPr>
        <p:spPr>
          <a:xfrm rot="16200000" flipV="1">
            <a:off x="8790825" y="3830642"/>
            <a:ext cx="1379855" cy="1727319"/>
          </a:xfrm>
          <a:prstGeom prst="bentArrow">
            <a:avLst>
              <a:gd name="adj1" fmla="val 10731"/>
              <a:gd name="adj2" fmla="val 38776"/>
              <a:gd name="adj3" fmla="val 36647"/>
              <a:gd name="adj4" fmla="val 437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F77639-BEAB-C80F-95BF-47FB4DEC3A04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lang="en-MY" sz="975" b="1" i="0" dirty="0">
                <a:solidFill>
                  <a:srgbClr val="4F627A"/>
                </a:solidFill>
              </a:rPr>
              <a:t>13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905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EDB7C-A69A-36A8-ABAC-6318E39B4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F295B6-7DD6-1C32-5F0E-AF0DB5271254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445AE8-12FC-37BB-E246-5DDA965212B8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29375-5811-5EA0-D6CE-09E92185E359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rgbClr val="FFFFFF"/>
                </a:solidFill>
              </a:rPr>
              <a:t>3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3B9615-7560-501C-D09E-A37C94805027}"/>
              </a:ext>
            </a:extLst>
          </p:cNvPr>
          <p:cNvSpPr>
            <a:spLocks noGrp="1"/>
          </p:cNvSpPr>
          <p:nvPr/>
        </p:nvSpPr>
        <p:spPr>
          <a:xfrm>
            <a:off x="794876" y="406282"/>
            <a:ext cx="45924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Muat Naik </a:t>
            </a:r>
            <a:r>
              <a:rPr lang="en-MY" sz="1400" b="1" dirty="0" err="1"/>
              <a:t>Dokumen</a:t>
            </a:r>
            <a:r>
              <a:rPr lang="en-MY" sz="1400" b="1" dirty="0"/>
              <a:t> &amp; </a:t>
            </a:r>
            <a:r>
              <a:rPr lang="en-MY" sz="1400" b="1" dirty="0" err="1"/>
              <a:t>Hantar</a:t>
            </a:r>
            <a:r>
              <a:rPr lang="en-MY" sz="1400" b="1" dirty="0"/>
              <a:t> </a:t>
            </a:r>
            <a:r>
              <a:rPr lang="en-MY" sz="1400" b="1" dirty="0" err="1"/>
              <a:t>Permohonan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9F961E-6B2B-E257-F271-A69F7AAB7835}"/>
              </a:ext>
            </a:extLst>
          </p:cNvPr>
          <p:cNvSpPr>
            <a:spLocks noGrp="1"/>
          </p:cNvSpPr>
          <p:nvPr/>
        </p:nvSpPr>
        <p:spPr>
          <a:xfrm>
            <a:off x="794877" y="711082"/>
            <a:ext cx="9398102" cy="422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Memuat</a:t>
            </a:r>
            <a:r>
              <a:rPr lang="en-MY" sz="1400" dirty="0"/>
              <a:t> naik </a:t>
            </a:r>
            <a:r>
              <a:rPr lang="en-MY" sz="1400" dirty="0" err="1"/>
              <a:t>dokumen</a:t>
            </a:r>
            <a:r>
              <a:rPr lang="en-MY" sz="1400" dirty="0"/>
              <a:t> </a:t>
            </a:r>
            <a:r>
              <a:rPr lang="en-MY" sz="1400" dirty="0" err="1"/>
              <a:t>sokongan</a:t>
            </a:r>
            <a:r>
              <a:rPr lang="en-MY" sz="1400" dirty="0"/>
              <a:t>, </a:t>
            </a:r>
            <a:r>
              <a:rPr lang="en-MY" sz="1400" dirty="0" err="1"/>
              <a:t>menyemak</a:t>
            </a:r>
            <a:r>
              <a:rPr lang="en-MY" sz="1400" dirty="0"/>
              <a:t> </a:t>
            </a:r>
            <a:r>
              <a:rPr lang="en-MY" sz="1400" dirty="0" err="1"/>
              <a:t>maklumat</a:t>
            </a:r>
            <a:r>
              <a:rPr lang="en-MY" sz="1400" dirty="0"/>
              <a:t> </a:t>
            </a:r>
            <a:r>
              <a:rPr lang="en-MY" sz="1400" dirty="0" err="1"/>
              <a:t>permohonan</a:t>
            </a:r>
            <a:r>
              <a:rPr lang="en-MY" sz="1400" dirty="0"/>
              <a:t> dan </a:t>
            </a:r>
            <a:r>
              <a:rPr lang="en-MY" sz="1400" dirty="0" err="1"/>
              <a:t>menghantar</a:t>
            </a:r>
            <a:r>
              <a:rPr lang="en-MY" sz="1400" dirty="0"/>
              <a:t> </a:t>
            </a:r>
            <a:r>
              <a:rPr lang="en-MY" sz="1400" dirty="0" err="1"/>
              <a:t>permohonan</a:t>
            </a:r>
            <a:r>
              <a:rPr lang="en-MY" sz="1400" dirty="0"/>
              <a:t> </a:t>
            </a:r>
            <a:r>
              <a:rPr lang="en-MY" sz="1400" dirty="0" err="1"/>
              <a:t>melalui</a:t>
            </a:r>
            <a:r>
              <a:rPr lang="en-MY" sz="1400" dirty="0"/>
              <a:t> </a:t>
            </a:r>
            <a:r>
              <a:rPr lang="en-MY" sz="1400" dirty="0" err="1"/>
              <a:t>sistem</a:t>
            </a:r>
            <a:r>
              <a:rPr lang="en-MY" sz="1400" dirty="0"/>
              <a:t>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C099ACA-382F-62EC-A990-3C1DB7F4CA9A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sz="1400" b="1" i="0" dirty="0">
              <a:solidFill>
                <a:srgbClr val="071527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90D7FF-1F85-AB6F-0B69-5951F176E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7" y="1248170"/>
            <a:ext cx="4320000" cy="24584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41F8CB-AD85-214D-73CD-7D1A4959EE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000" y="4051774"/>
            <a:ext cx="4320000" cy="245589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51AF265-087D-6EB4-2718-9A7D02C59F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25" y="1252054"/>
            <a:ext cx="4320000" cy="245459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" name="Arrow: Bent 1">
            <a:extLst>
              <a:ext uri="{FF2B5EF4-FFF2-40B4-BE49-F238E27FC236}">
                <a16:creationId xmlns:a16="http://schemas.microsoft.com/office/drawing/2014/main" id="{0488BC7F-6848-6714-ADA0-05E358D7AE01}"/>
              </a:ext>
            </a:extLst>
          </p:cNvPr>
          <p:cNvSpPr/>
          <p:nvPr/>
        </p:nvSpPr>
        <p:spPr>
          <a:xfrm flipV="1">
            <a:off x="2195052" y="4004374"/>
            <a:ext cx="1379855" cy="1727319"/>
          </a:xfrm>
          <a:prstGeom prst="bentArrow">
            <a:avLst>
              <a:gd name="adj1" fmla="val 10731"/>
              <a:gd name="adj2" fmla="val 38776"/>
              <a:gd name="adj3" fmla="val 36647"/>
              <a:gd name="adj4" fmla="val 437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3" name="Arrow: Bent 2">
            <a:extLst>
              <a:ext uri="{FF2B5EF4-FFF2-40B4-BE49-F238E27FC236}">
                <a16:creationId xmlns:a16="http://schemas.microsoft.com/office/drawing/2014/main" id="{C30849A9-E449-3659-55CE-26B08669A774}"/>
              </a:ext>
            </a:extLst>
          </p:cNvPr>
          <p:cNvSpPr/>
          <p:nvPr/>
        </p:nvSpPr>
        <p:spPr>
          <a:xfrm rot="16200000" flipV="1">
            <a:off x="8790825" y="3830642"/>
            <a:ext cx="1379855" cy="1727319"/>
          </a:xfrm>
          <a:prstGeom prst="bentArrow">
            <a:avLst>
              <a:gd name="adj1" fmla="val 10731"/>
              <a:gd name="adj2" fmla="val 38776"/>
              <a:gd name="adj3" fmla="val 36647"/>
              <a:gd name="adj4" fmla="val 437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A5E1BE-28A1-4BA2-E50C-4220A7BD876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lang="en-MY" sz="975" b="1" i="0" dirty="0">
                <a:solidFill>
                  <a:srgbClr val="4F627A"/>
                </a:solidFill>
              </a:rPr>
              <a:t>14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00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3A40E8-67CA-1D2D-F29D-2B15BA5C2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A014DD-BF0D-7622-5B75-A29DA6E9B307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2D4787-2E57-49D1-2DC3-725406901EC3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A17A5F-AA84-42E8-16E5-5F802E042A15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4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D74890-D95B-3861-895F-78C0F4B5BA1C}"/>
              </a:ext>
            </a:extLst>
          </p:cNvPr>
          <p:cNvSpPr>
            <a:spLocks noGrp="1"/>
          </p:cNvSpPr>
          <p:nvPr/>
        </p:nvSpPr>
        <p:spPr>
          <a:xfrm>
            <a:off x="794876" y="406282"/>
            <a:ext cx="45924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Semakan</a:t>
            </a:r>
            <a:r>
              <a:rPr lang="en-MY" sz="1400" b="1" dirty="0"/>
              <a:t> Awal &amp; </a:t>
            </a:r>
            <a:r>
              <a:rPr lang="en-MY" sz="1400" b="1" dirty="0" err="1"/>
              <a:t>Agihan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9AE568-5607-0681-0354-FCDA2DAC5064}"/>
              </a:ext>
            </a:extLst>
          </p:cNvPr>
          <p:cNvSpPr>
            <a:spLocks noGrp="1"/>
          </p:cNvSpPr>
          <p:nvPr/>
        </p:nvSpPr>
        <p:spPr>
          <a:xfrm>
            <a:off x="794877" y="711082"/>
            <a:ext cx="10915342" cy="422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lang="nn-NO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Menyemak kelengkapan permohonan, dokumen sokongan dan syarat asas sebelum mengagihkan permohonan kepada unit berkaitan.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7D6C5EB-1C63-D71E-DD9A-0FAE6E5957EA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KU(IKL)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1D69840-6076-BA70-E1D6-22E9DC509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7" y="1037155"/>
            <a:ext cx="4320000" cy="24290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460F039-6D12-9CFC-E63A-5AA6AC870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6" y="4327108"/>
            <a:ext cx="4320000" cy="24584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8" name="Arrow: Down 27">
            <a:extLst>
              <a:ext uri="{FF2B5EF4-FFF2-40B4-BE49-F238E27FC236}">
                <a16:creationId xmlns:a16="http://schemas.microsoft.com/office/drawing/2014/main" id="{8B4CB205-38BD-41B0-3C3A-C38F66B25226}"/>
              </a:ext>
            </a:extLst>
          </p:cNvPr>
          <p:cNvSpPr/>
          <p:nvPr/>
        </p:nvSpPr>
        <p:spPr>
          <a:xfrm>
            <a:off x="2785501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B5CA71BA-1CE6-E3D5-9D84-4743B3EFFA14}"/>
              </a:ext>
            </a:extLst>
          </p:cNvPr>
          <p:cNvSpPr/>
          <p:nvPr/>
        </p:nvSpPr>
        <p:spPr>
          <a:xfrm rot="16200000">
            <a:off x="5926625" y="5265370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74CB10F-F0F6-8E7C-8393-D77A80172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125" y="4327108"/>
            <a:ext cx="4320000" cy="24290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36" name="Arrow: Down 35">
            <a:extLst>
              <a:ext uri="{FF2B5EF4-FFF2-40B4-BE49-F238E27FC236}">
                <a16:creationId xmlns:a16="http://schemas.microsoft.com/office/drawing/2014/main" id="{C27864E6-F26C-C483-4CDD-F14A7F574AEC}"/>
              </a:ext>
            </a:extLst>
          </p:cNvPr>
          <p:cNvSpPr/>
          <p:nvPr/>
        </p:nvSpPr>
        <p:spPr>
          <a:xfrm flipV="1">
            <a:off x="9067749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2FAB637-EE65-671F-7F16-4F81ED7134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23" y="1037154"/>
            <a:ext cx="4320000" cy="24290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3434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58465-73AA-166F-5909-2A3797881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3DCD23-1F5C-1B5C-4B84-B0C60D3DC986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A239A0-5B5B-7024-1ECA-FA615E311AA7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7C8206-8F4D-5575-F3FC-E26658FE6E9A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rgbClr val="FFFFFF"/>
                </a:solidFill>
              </a:rPr>
              <a:t>5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2D7FDC-BC09-44EA-A1C2-7EF264EF522F}"/>
              </a:ext>
            </a:extLst>
          </p:cNvPr>
          <p:cNvSpPr>
            <a:spLocks noGrp="1"/>
          </p:cNvSpPr>
          <p:nvPr/>
        </p:nvSpPr>
        <p:spPr>
          <a:xfrm>
            <a:off x="794876" y="406282"/>
            <a:ext cx="45924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Semakan</a:t>
            </a:r>
            <a:r>
              <a:rPr lang="en-MY" sz="1400" b="1" dirty="0"/>
              <a:t> </a:t>
            </a:r>
            <a:r>
              <a:rPr lang="en-MY" sz="1400" b="1" dirty="0" err="1"/>
              <a:t>Tapak</a:t>
            </a:r>
            <a:r>
              <a:rPr lang="en-MY" sz="1400" b="1" dirty="0"/>
              <a:t> &amp; </a:t>
            </a:r>
            <a:r>
              <a:rPr lang="en-MY" sz="1400" b="1" dirty="0" err="1"/>
              <a:t>Ulasan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DE5DE-0926-3138-BD8A-7FBF1BC70968}"/>
              </a:ext>
            </a:extLst>
          </p:cNvPr>
          <p:cNvSpPr>
            <a:spLocks noGrp="1"/>
          </p:cNvSpPr>
          <p:nvPr/>
        </p:nvSpPr>
        <p:spPr>
          <a:xfrm>
            <a:off x="794877" y="711082"/>
            <a:ext cx="10915342" cy="422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nn-NO" sz="1400" dirty="0"/>
              <a:t>Unit berkaitan menyemak tapak atau skop teknikal serta merekodkan ulasan, syarat, sokongan atau penolakan.</a:t>
            </a:r>
            <a:endParaRPr lang="en-MY" sz="1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A549A2A-F91E-A242-91CF-2F00C58EFE4D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720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BLG / GPM / MNE / IMT / LNP / ENG 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C9CCFA-8912-7088-6939-A4C2300AACA5}"/>
              </a:ext>
            </a:extLst>
          </p:cNvPr>
          <p:cNvSpPr>
            <a:spLocks noGrp="1"/>
          </p:cNvSpPr>
          <p:nvPr/>
        </p:nvSpPr>
        <p:spPr>
          <a:xfrm>
            <a:off x="4791074" y="3768297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552D6E-A5F9-2DB1-38C1-216634778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000" y="4171542"/>
            <a:ext cx="4320000" cy="24597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C5242B5-A910-F7EE-D319-87E74B236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123" y="1236578"/>
            <a:ext cx="4320000" cy="24290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377A31-E60D-C67A-7463-060E3784B5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6" y="1236578"/>
            <a:ext cx="4320000" cy="24290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5" name="Arrow: Bent 24">
            <a:extLst>
              <a:ext uri="{FF2B5EF4-FFF2-40B4-BE49-F238E27FC236}">
                <a16:creationId xmlns:a16="http://schemas.microsoft.com/office/drawing/2014/main" id="{65685431-72DE-167E-772D-672529C3175F}"/>
              </a:ext>
            </a:extLst>
          </p:cNvPr>
          <p:cNvSpPr/>
          <p:nvPr/>
        </p:nvSpPr>
        <p:spPr>
          <a:xfrm flipV="1">
            <a:off x="2195052" y="4004374"/>
            <a:ext cx="1379855" cy="1727319"/>
          </a:xfrm>
          <a:prstGeom prst="bentArrow">
            <a:avLst>
              <a:gd name="adj1" fmla="val 10731"/>
              <a:gd name="adj2" fmla="val 38776"/>
              <a:gd name="adj3" fmla="val 36647"/>
              <a:gd name="adj4" fmla="val 437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D0AB0FFE-04E8-1768-AE57-DF5DF9AA5AB6}"/>
              </a:ext>
            </a:extLst>
          </p:cNvPr>
          <p:cNvSpPr/>
          <p:nvPr/>
        </p:nvSpPr>
        <p:spPr>
          <a:xfrm rot="16200000" flipV="1">
            <a:off x="8790825" y="3830642"/>
            <a:ext cx="1379855" cy="1727319"/>
          </a:xfrm>
          <a:prstGeom prst="bentArrow">
            <a:avLst>
              <a:gd name="adj1" fmla="val 10731"/>
              <a:gd name="adj2" fmla="val 38776"/>
              <a:gd name="adj3" fmla="val 36647"/>
              <a:gd name="adj4" fmla="val 437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C0743B-F9B9-D6D0-C8CC-93B3CA20482F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lang="en-MY" sz="975" b="1" i="0" dirty="0">
                <a:solidFill>
                  <a:srgbClr val="4F627A"/>
                </a:solidFill>
              </a:rPr>
              <a:t>16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823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4A9E8-2FFA-94CE-4A75-63F5E689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DA44FD-FBB4-88AA-3FF4-AC05F96B1C9A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rgbClr val="D86ECC"/>
          </a:solidFill>
          <a:ln w="0">
            <a:solidFill>
              <a:srgbClr val="D86ECC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C9F3DD-C9E3-2009-C688-7C8176099256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86ECC"/>
          </a:solidFill>
          <a:ln w="9525">
            <a:solidFill>
              <a:srgbClr val="D86EC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413123-D6A9-7333-E8D6-65B2B2DDDE1F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6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26C5F9-56A6-1A9A-BDD1-C6ABDB9E6506}"/>
              </a:ext>
            </a:extLst>
          </p:cNvPr>
          <p:cNvSpPr>
            <a:spLocks noGrp="1"/>
          </p:cNvSpPr>
          <p:nvPr/>
        </p:nvSpPr>
        <p:spPr>
          <a:xfrm>
            <a:off x="794876" y="406282"/>
            <a:ext cx="45924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Semakan</a:t>
            </a:r>
            <a:r>
              <a:rPr lang="en-MY" sz="1400" b="1" dirty="0"/>
              <a:t> </a:t>
            </a:r>
            <a:r>
              <a:rPr lang="en-MY" sz="1400" b="1" dirty="0" err="1"/>
              <a:t>Teknikal</a:t>
            </a:r>
            <a:r>
              <a:rPr lang="en-MY" sz="1400" b="1" dirty="0"/>
              <a:t> </a:t>
            </a:r>
            <a:r>
              <a:rPr lang="en-MY" sz="1400" b="1" dirty="0" err="1"/>
              <a:t>Iklan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74937-0FA0-6912-FDC3-A9D30FF47FF2}"/>
              </a:ext>
            </a:extLst>
          </p:cNvPr>
          <p:cNvSpPr>
            <a:spLocks noGrp="1"/>
          </p:cNvSpPr>
          <p:nvPr/>
        </p:nvSpPr>
        <p:spPr>
          <a:xfrm>
            <a:off x="794877" y="711082"/>
            <a:ext cx="10915342" cy="422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Menyediakan</a:t>
            </a:r>
            <a:r>
              <a:rPr lang="en-MY" sz="1400" dirty="0"/>
              <a:t> </a:t>
            </a:r>
            <a:r>
              <a:rPr lang="en-MY" sz="1400" dirty="0" err="1"/>
              <a:t>semakan</a:t>
            </a:r>
            <a:r>
              <a:rPr lang="en-MY" sz="1400" dirty="0"/>
              <a:t> </a:t>
            </a:r>
            <a:r>
              <a:rPr lang="en-MY" sz="1400" dirty="0" err="1"/>
              <a:t>teknikal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, </a:t>
            </a:r>
            <a:r>
              <a:rPr lang="en-MY" sz="1400" dirty="0" err="1"/>
              <a:t>gambar</a:t>
            </a:r>
            <a:r>
              <a:rPr lang="en-MY" sz="1400" dirty="0"/>
              <a:t> </a:t>
            </a:r>
            <a:r>
              <a:rPr lang="en-MY" sz="1400" dirty="0" err="1"/>
              <a:t>tapak</a:t>
            </a:r>
            <a:r>
              <a:rPr lang="en-MY" sz="1400" dirty="0"/>
              <a:t>, </a:t>
            </a:r>
            <a:r>
              <a:rPr lang="en-MY" sz="1400" dirty="0" err="1"/>
              <a:t>pengiraan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/deposit dan </a:t>
            </a:r>
            <a:r>
              <a:rPr lang="en-MY" sz="1400" dirty="0" err="1"/>
              <a:t>keputusan</a:t>
            </a:r>
            <a:r>
              <a:rPr lang="en-MY" sz="1400" dirty="0"/>
              <a:t> </a:t>
            </a:r>
            <a:r>
              <a:rPr lang="en-MY" sz="1400" dirty="0" err="1"/>
              <a:t>teknikal</a:t>
            </a:r>
            <a:r>
              <a:rPr lang="en-MY" sz="1400" dirty="0"/>
              <a:t>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CB810E9-4F62-759D-5D2F-0240CB8E17E5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720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IKL </a:t>
            </a:r>
            <a:r>
              <a:rPr lang="en-MY" sz="1400" b="1" dirty="0" err="1"/>
              <a:t>Teknikal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C33E949B-78B9-59F1-07E3-023BAFCCF57C}"/>
              </a:ext>
            </a:extLst>
          </p:cNvPr>
          <p:cNvSpPr/>
          <p:nvPr/>
        </p:nvSpPr>
        <p:spPr>
          <a:xfrm>
            <a:off x="2785501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BADCB444-1A4B-8BA0-E484-7261B2E15CE3}"/>
              </a:ext>
            </a:extLst>
          </p:cNvPr>
          <p:cNvSpPr/>
          <p:nvPr/>
        </p:nvSpPr>
        <p:spPr>
          <a:xfrm rot="16200000">
            <a:off x="5926625" y="5265370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8D0E7C53-7AFB-1887-1659-36582797ED8E}"/>
              </a:ext>
            </a:extLst>
          </p:cNvPr>
          <p:cNvSpPr/>
          <p:nvPr/>
        </p:nvSpPr>
        <p:spPr>
          <a:xfrm flipV="1">
            <a:off x="9067749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0970123-6C18-B5D5-654E-D1C0B4654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6" y="1044953"/>
            <a:ext cx="4320000" cy="24584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B7CD8BB-5FD9-7BB8-3DC5-19F45DF022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23" y="4327108"/>
            <a:ext cx="4320000" cy="245718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950AA77-A3F6-78E4-A629-D17D52E163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6" y="4329646"/>
            <a:ext cx="4320000" cy="24597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9957934-D27F-EE80-3AEE-872033AC8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123" y="1074419"/>
            <a:ext cx="4320000" cy="24290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0070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C459B-6A45-6BC4-51EA-A6A75953B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6E9CB1-A75C-12F2-9FDD-36A2E275BE0E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FB1337-BED3-5D8E-D482-1328923E5897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0AC2BE-EE41-4ECD-E5FA-B67F19942DDF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rgbClr val="FFFFFF"/>
                </a:solidFill>
              </a:rPr>
              <a:t>7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41470F-8931-7D51-E5C4-18CA180E4B01}"/>
              </a:ext>
            </a:extLst>
          </p:cNvPr>
          <p:cNvSpPr>
            <a:spLocks noGrp="1"/>
          </p:cNvSpPr>
          <p:nvPr/>
        </p:nvSpPr>
        <p:spPr>
          <a:xfrm>
            <a:off x="794876" y="406282"/>
            <a:ext cx="45924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Penyelarasan</a:t>
            </a:r>
            <a:r>
              <a:rPr lang="en-MY" sz="1400" b="1" dirty="0"/>
              <a:t> </a:t>
            </a:r>
            <a:r>
              <a:rPr lang="en-MY" sz="1400" b="1" dirty="0" err="1"/>
              <a:t>Ulasan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B7B005-4A9F-E0B9-E585-57285A359AE9}"/>
              </a:ext>
            </a:extLst>
          </p:cNvPr>
          <p:cNvSpPr>
            <a:spLocks noGrp="1"/>
          </p:cNvSpPr>
          <p:nvPr/>
        </p:nvSpPr>
        <p:spPr>
          <a:xfrm>
            <a:off x="794877" y="711082"/>
            <a:ext cx="10915342" cy="422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Menyemak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semua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maklum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balas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teknikal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memastikan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lengkap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sebelum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dihantar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laluan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kelulusan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05909E5-2515-4935-2691-F6FD0220E603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720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KU(IKL)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851F3750-85B1-DF6B-C80B-FA960350FCE6}"/>
              </a:ext>
            </a:extLst>
          </p:cNvPr>
          <p:cNvSpPr/>
          <p:nvPr/>
        </p:nvSpPr>
        <p:spPr>
          <a:xfrm>
            <a:off x="2785501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F64C8D5E-0DB3-12AF-DC46-D98FD777F159}"/>
              </a:ext>
            </a:extLst>
          </p:cNvPr>
          <p:cNvSpPr/>
          <p:nvPr/>
        </p:nvSpPr>
        <p:spPr>
          <a:xfrm rot="16200000">
            <a:off x="5926625" y="5265370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27FF6211-00A2-E39E-010D-F9FC75B8CCC8}"/>
              </a:ext>
            </a:extLst>
          </p:cNvPr>
          <p:cNvSpPr/>
          <p:nvPr/>
        </p:nvSpPr>
        <p:spPr>
          <a:xfrm flipV="1">
            <a:off x="9067749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3B35B4-18D4-E628-2D2F-55EA9A39B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76" y="1044953"/>
            <a:ext cx="4320000" cy="245718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6148F5-DA69-1424-62F6-D0D560AB2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23" y="4325811"/>
            <a:ext cx="4320000" cy="24597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77C3F90-A64E-A760-0E5B-2F294A6F3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876" y="4325811"/>
            <a:ext cx="4320000" cy="24597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D7EACA-39F7-1175-965C-59429DBE1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123" y="1073123"/>
            <a:ext cx="4320000" cy="24290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3220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CA577-511F-FEEB-BF0D-F2F6F26B3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0BF235-36DC-B2CD-E6C7-C5A84A6471A0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C8FC6F-229A-A918-CCFA-9A9338056AB1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31B466-1AFA-75FA-13B8-18067A2C299A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8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4B221-A0FC-5C0C-9C61-27755A84BB45}"/>
              </a:ext>
            </a:extLst>
          </p:cNvPr>
          <p:cNvSpPr>
            <a:spLocks noGrp="1"/>
          </p:cNvSpPr>
          <p:nvPr/>
        </p:nvSpPr>
        <p:spPr>
          <a:xfrm>
            <a:off x="794876" y="406282"/>
            <a:ext cx="45924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Sokongan</a:t>
            </a:r>
            <a:r>
              <a:rPr lang="en-MY" sz="1400" b="1" dirty="0"/>
              <a:t> Unit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AABB1-5A54-82A7-E74B-971C0BA51113}"/>
              </a:ext>
            </a:extLst>
          </p:cNvPr>
          <p:cNvSpPr>
            <a:spLocks noGrp="1"/>
          </p:cNvSpPr>
          <p:nvPr/>
        </p:nvSpPr>
        <p:spPr>
          <a:xfrm>
            <a:off x="794877" y="711082"/>
            <a:ext cx="10915342" cy="422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sv-SE" sz="1400" dirty="0"/>
              <a:t>Mengesahkan permohonan dan merekodkan sokongan unit sebelum dihantar ke peringkat pengurusan.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A63662-DB96-3A82-BEF2-B5B10B253278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720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KB(LES)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FECBCD-DA5F-FD90-B446-A92588E35880}"/>
              </a:ext>
            </a:extLst>
          </p:cNvPr>
          <p:cNvSpPr>
            <a:spLocks noGrp="1"/>
          </p:cNvSpPr>
          <p:nvPr/>
        </p:nvSpPr>
        <p:spPr>
          <a:xfrm>
            <a:off x="4791074" y="3768297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Arrow: Bent 24">
            <a:extLst>
              <a:ext uri="{FF2B5EF4-FFF2-40B4-BE49-F238E27FC236}">
                <a16:creationId xmlns:a16="http://schemas.microsoft.com/office/drawing/2014/main" id="{4A8E6D1D-DF2C-937A-F134-A6AE05532586}"/>
              </a:ext>
            </a:extLst>
          </p:cNvPr>
          <p:cNvSpPr/>
          <p:nvPr/>
        </p:nvSpPr>
        <p:spPr>
          <a:xfrm flipV="1">
            <a:off x="2195052" y="4004374"/>
            <a:ext cx="1379855" cy="1727319"/>
          </a:xfrm>
          <a:prstGeom prst="bentArrow">
            <a:avLst>
              <a:gd name="adj1" fmla="val 10731"/>
              <a:gd name="adj2" fmla="val 38776"/>
              <a:gd name="adj3" fmla="val 36647"/>
              <a:gd name="adj4" fmla="val 437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B1818597-318D-25F8-ED5D-93AFC98C5F00}"/>
              </a:ext>
            </a:extLst>
          </p:cNvPr>
          <p:cNvSpPr/>
          <p:nvPr/>
        </p:nvSpPr>
        <p:spPr>
          <a:xfrm rot="16200000" flipV="1">
            <a:off x="8790825" y="3830642"/>
            <a:ext cx="1379855" cy="1727319"/>
          </a:xfrm>
          <a:prstGeom prst="bentArrow">
            <a:avLst>
              <a:gd name="adj1" fmla="val 10731"/>
              <a:gd name="adj2" fmla="val 38776"/>
              <a:gd name="adj3" fmla="val 36647"/>
              <a:gd name="adj4" fmla="val 437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471E035-F1EB-D903-43D1-4EB04FD52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76" y="1197981"/>
            <a:ext cx="4320000" cy="245718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F2720B9-92B2-F4C8-9497-AB6E7CD10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455" y="4174132"/>
            <a:ext cx="4320000" cy="245459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7FE2C82-DAF6-8FEA-54C4-2FA0CE88A5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23" y="1226151"/>
            <a:ext cx="4320000" cy="24290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8FEB9C-254C-2FA6-9073-F343A46D390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lang="en-MY" sz="975" b="1" i="0" dirty="0">
                <a:solidFill>
                  <a:srgbClr val="4F627A"/>
                </a:solidFill>
              </a:rPr>
              <a:t>19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144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01107-385A-0264-2D74-BDE0FF754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D0C63E-1906-F847-0C57-5169366D4720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chemeClr val="tx1"/>
          </a:solidFill>
          <a:ln w="0">
            <a:solidFill>
              <a:schemeClr val="tx1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548032-992E-4D08-2FDB-F6F929CE9F53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77664F-56DB-5E64-CAC5-419FB8C72071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rgbClr val="FFFFFF"/>
                </a:solidFill>
              </a:rPr>
              <a:t>9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628E82-306C-F4F9-28F8-33F399E4134A}"/>
              </a:ext>
            </a:extLst>
          </p:cNvPr>
          <p:cNvSpPr>
            <a:spLocks noGrp="1"/>
          </p:cNvSpPr>
          <p:nvPr/>
        </p:nvSpPr>
        <p:spPr>
          <a:xfrm>
            <a:off x="794876" y="406282"/>
            <a:ext cx="45924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Sokongan</a:t>
            </a:r>
            <a:r>
              <a:rPr lang="en-MY" sz="1400" b="1" dirty="0"/>
              <a:t> </a:t>
            </a:r>
            <a:r>
              <a:rPr lang="en-MY" sz="1400" b="1" dirty="0" err="1"/>
              <a:t>Pengurusan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08B320-D68C-76D4-7D61-D6E497A6930E}"/>
              </a:ext>
            </a:extLst>
          </p:cNvPr>
          <p:cNvSpPr>
            <a:spLocks noGrp="1"/>
          </p:cNvSpPr>
          <p:nvPr/>
        </p:nvSpPr>
        <p:spPr>
          <a:xfrm>
            <a:off x="794877" y="711082"/>
            <a:ext cx="10915342" cy="422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Menyemak</a:t>
            </a:r>
            <a:r>
              <a:rPr lang="en-MY" sz="1400" dirty="0"/>
              <a:t> </a:t>
            </a:r>
            <a:r>
              <a:rPr lang="en-MY" sz="1400" dirty="0" err="1"/>
              <a:t>cadangan</a:t>
            </a:r>
            <a:r>
              <a:rPr lang="en-MY" sz="1400" dirty="0"/>
              <a:t> </a:t>
            </a:r>
            <a:r>
              <a:rPr lang="en-MY" sz="1400" dirty="0" err="1"/>
              <a:t>kelulusan</a:t>
            </a:r>
            <a:r>
              <a:rPr lang="en-MY" sz="1400" dirty="0"/>
              <a:t> dan </a:t>
            </a:r>
            <a:r>
              <a:rPr lang="en-MY" sz="1400" dirty="0" err="1"/>
              <a:t>merekodkan</a:t>
            </a:r>
            <a:r>
              <a:rPr lang="en-MY" sz="1400" dirty="0"/>
              <a:t> </a:t>
            </a:r>
            <a:r>
              <a:rPr lang="en-MY" sz="1400" dirty="0" err="1"/>
              <a:t>sokongan</a:t>
            </a:r>
            <a:r>
              <a:rPr lang="en-MY" sz="1400" dirty="0"/>
              <a:t> </a:t>
            </a:r>
            <a:r>
              <a:rPr lang="en-MY" sz="1400" dirty="0" err="1"/>
              <a:t>pengurusan</a:t>
            </a:r>
            <a:r>
              <a:rPr lang="en-MY" sz="1400" dirty="0"/>
              <a:t> </a:t>
            </a:r>
            <a:r>
              <a:rPr lang="en-MY" sz="1400" dirty="0" err="1"/>
              <a:t>sebelum</a:t>
            </a:r>
            <a:r>
              <a:rPr lang="en-MY" sz="1400" dirty="0"/>
              <a:t> </a:t>
            </a:r>
            <a:r>
              <a:rPr lang="en-MY" sz="1400" dirty="0" err="1"/>
              <a:t>keputusan</a:t>
            </a:r>
            <a:r>
              <a:rPr lang="en-MY" sz="1400" dirty="0"/>
              <a:t> </a:t>
            </a:r>
            <a:r>
              <a:rPr lang="en-MY" sz="1400" dirty="0" err="1"/>
              <a:t>akhir</a:t>
            </a:r>
            <a:r>
              <a:rPr lang="en-MY" sz="1400" dirty="0"/>
              <a:t>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650135-4506-A778-C085-D9D184587FF5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720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TP(RES) / PGH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D93C71-9CBE-9EEB-1B30-31FB33F1AA27}"/>
              </a:ext>
            </a:extLst>
          </p:cNvPr>
          <p:cNvSpPr>
            <a:spLocks noGrp="1"/>
          </p:cNvSpPr>
          <p:nvPr/>
        </p:nvSpPr>
        <p:spPr>
          <a:xfrm>
            <a:off x="4791074" y="3768297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Arrow: Bent 24">
            <a:extLst>
              <a:ext uri="{FF2B5EF4-FFF2-40B4-BE49-F238E27FC236}">
                <a16:creationId xmlns:a16="http://schemas.microsoft.com/office/drawing/2014/main" id="{A4570FB5-62BF-94A1-6ED4-4D77FBB2973C}"/>
              </a:ext>
            </a:extLst>
          </p:cNvPr>
          <p:cNvSpPr/>
          <p:nvPr/>
        </p:nvSpPr>
        <p:spPr>
          <a:xfrm flipV="1">
            <a:off x="2195052" y="4004374"/>
            <a:ext cx="1379855" cy="1727319"/>
          </a:xfrm>
          <a:prstGeom prst="bentArrow">
            <a:avLst>
              <a:gd name="adj1" fmla="val 10731"/>
              <a:gd name="adj2" fmla="val 38776"/>
              <a:gd name="adj3" fmla="val 36647"/>
              <a:gd name="adj4" fmla="val 437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760F2158-CA03-7EEF-78B9-4FDC4B3DEAD9}"/>
              </a:ext>
            </a:extLst>
          </p:cNvPr>
          <p:cNvSpPr/>
          <p:nvPr/>
        </p:nvSpPr>
        <p:spPr>
          <a:xfrm rot="16200000" flipV="1">
            <a:off x="8790825" y="3830642"/>
            <a:ext cx="1379855" cy="1727319"/>
          </a:xfrm>
          <a:prstGeom prst="bentArrow">
            <a:avLst>
              <a:gd name="adj1" fmla="val 10731"/>
              <a:gd name="adj2" fmla="val 38776"/>
              <a:gd name="adj3" fmla="val 36647"/>
              <a:gd name="adj4" fmla="val 437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B57CB1B-D4B6-27BD-9C35-CF5447D14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6" y="1195388"/>
            <a:ext cx="4320000" cy="24597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1F609FC-6E31-5203-0995-7E431413B0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545" y="4140519"/>
            <a:ext cx="4320000" cy="24597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A1C1327-0CD3-AC43-7F0F-D8E5E8280F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23" y="1195388"/>
            <a:ext cx="4320000" cy="24597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CD7E87-1DC9-CC3B-BB0D-0DC177F85C8C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lang="en-MY" sz="975" b="1" i="0" dirty="0">
                <a:solidFill>
                  <a:srgbClr val="4F627A"/>
                </a:solidFill>
              </a:rPr>
              <a:t>20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584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8C6D2-E124-E241-5066-F92DAF2D7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E21CF6-5D60-F249-0408-E61E7FAE02B3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9CFC91-E689-61BC-A02D-3E97BA95940E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83ABFC-E31F-E32B-EA3C-7A637CA3DEED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10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0448EA-7556-1FAF-BE6A-189CF005EA0F}"/>
              </a:ext>
            </a:extLst>
          </p:cNvPr>
          <p:cNvSpPr>
            <a:spLocks noGrp="1"/>
          </p:cNvSpPr>
          <p:nvPr/>
        </p:nvSpPr>
        <p:spPr>
          <a:xfrm>
            <a:off x="794876" y="406282"/>
            <a:ext cx="45924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Keputusan Akhir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771A6F-570C-FAA0-73F9-AD42F90019F9}"/>
              </a:ext>
            </a:extLst>
          </p:cNvPr>
          <p:cNvSpPr>
            <a:spLocks noGrp="1"/>
          </p:cNvSpPr>
          <p:nvPr/>
        </p:nvSpPr>
        <p:spPr>
          <a:xfrm>
            <a:off x="794877" y="711082"/>
            <a:ext cx="10915342" cy="422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Merekodkan</a:t>
            </a:r>
            <a:r>
              <a:rPr lang="en-MY" sz="1400" dirty="0"/>
              <a:t> </a:t>
            </a:r>
            <a:r>
              <a:rPr lang="en-MY" sz="1400" dirty="0" err="1"/>
              <a:t>keputusan</a:t>
            </a:r>
            <a:r>
              <a:rPr lang="en-MY" sz="1400" dirty="0"/>
              <a:t> </a:t>
            </a:r>
            <a:r>
              <a:rPr lang="en-MY" sz="1400" dirty="0" err="1"/>
              <a:t>akhir</a:t>
            </a:r>
            <a:r>
              <a:rPr lang="en-MY" sz="1400" dirty="0"/>
              <a:t> </a:t>
            </a:r>
            <a:r>
              <a:rPr lang="en-MY" sz="1400" dirty="0" err="1"/>
              <a:t>permohonan</a:t>
            </a:r>
            <a:r>
              <a:rPr lang="en-MY" sz="1400" dirty="0"/>
              <a:t>, </a:t>
            </a:r>
            <a:r>
              <a:rPr lang="en-MY" sz="1400" dirty="0" err="1"/>
              <a:t>memuat</a:t>
            </a:r>
            <a:r>
              <a:rPr lang="en-MY" sz="1400" dirty="0"/>
              <a:t> naik </a:t>
            </a:r>
            <a:r>
              <a:rPr lang="en-MY" sz="1400" dirty="0" err="1"/>
              <a:t>dokumen</a:t>
            </a:r>
            <a:r>
              <a:rPr lang="en-MY" sz="1400" dirty="0"/>
              <a:t> </a:t>
            </a:r>
            <a:r>
              <a:rPr lang="en-MY" sz="1400" dirty="0" err="1"/>
              <a:t>berkaitan</a:t>
            </a:r>
            <a:r>
              <a:rPr lang="en-MY" sz="1400" dirty="0"/>
              <a:t> dan </a:t>
            </a:r>
            <a:r>
              <a:rPr lang="en-MY" sz="1400" dirty="0" err="1"/>
              <a:t>mengembalikan</a:t>
            </a:r>
            <a:r>
              <a:rPr lang="en-MY" sz="1400" dirty="0"/>
              <a:t> </a:t>
            </a:r>
            <a:r>
              <a:rPr lang="en-MY" sz="1400" dirty="0" err="1"/>
              <a:t>rekod</a:t>
            </a:r>
            <a:r>
              <a:rPr lang="en-MY" sz="1400" dirty="0"/>
              <a:t> </a:t>
            </a:r>
            <a:r>
              <a:rPr lang="en-MY" sz="1400" dirty="0" err="1"/>
              <a:t>untuk</a:t>
            </a:r>
            <a:r>
              <a:rPr lang="en-MY" sz="1400" dirty="0"/>
              <a:t> </a:t>
            </a:r>
            <a:r>
              <a:rPr lang="en-MY" sz="1400" dirty="0" err="1"/>
              <a:t>tindakan</a:t>
            </a:r>
            <a:r>
              <a:rPr lang="en-MY" sz="1400" dirty="0"/>
              <a:t> </a:t>
            </a:r>
            <a:r>
              <a:rPr lang="en-MY" sz="1400" dirty="0" err="1"/>
              <a:t>seterusnya</a:t>
            </a:r>
            <a:r>
              <a:rPr lang="en-MY" sz="1400" dirty="0"/>
              <a:t>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FFA387-4224-9778-C9FA-9D2F5DD80B85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720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MPHLG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140F89AC-EE32-F803-FE4D-88DA3491CBCD}"/>
              </a:ext>
            </a:extLst>
          </p:cNvPr>
          <p:cNvSpPr/>
          <p:nvPr/>
        </p:nvSpPr>
        <p:spPr>
          <a:xfrm rot="16200000">
            <a:off x="3822213" y="2002871"/>
            <a:ext cx="290902" cy="499754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9208BB-E1A6-387F-F7B5-079497811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8" y="1231077"/>
            <a:ext cx="3600000" cy="204549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CF9064-F46B-8AF6-0C46-68298C01B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229459"/>
            <a:ext cx="3600000" cy="204873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4B1779-CD7E-153B-599E-402AA1EE64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672" y="1228921"/>
            <a:ext cx="3600000" cy="204765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620C7E-AE69-4BAF-7687-58D5575E70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881" y="4325809"/>
            <a:ext cx="3600000" cy="204765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77EBBD3-2450-A7E7-5374-05BFCE4B61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7" y="4349285"/>
            <a:ext cx="3600000" cy="202417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4" name="Arrow: Bent 23">
            <a:extLst>
              <a:ext uri="{FF2B5EF4-FFF2-40B4-BE49-F238E27FC236}">
                <a16:creationId xmlns:a16="http://schemas.microsoft.com/office/drawing/2014/main" id="{A51A9E05-30DF-353C-872B-3CE32C36925A}"/>
              </a:ext>
            </a:extLst>
          </p:cNvPr>
          <p:cNvSpPr/>
          <p:nvPr/>
        </p:nvSpPr>
        <p:spPr>
          <a:xfrm rot="10800000">
            <a:off x="9575047" y="3478160"/>
            <a:ext cx="1379855" cy="2090012"/>
          </a:xfrm>
          <a:prstGeom prst="bentArrow">
            <a:avLst>
              <a:gd name="adj1" fmla="val 7168"/>
              <a:gd name="adj2" fmla="val 15262"/>
              <a:gd name="adj3" fmla="val 21683"/>
              <a:gd name="adj4" fmla="val 812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95B9535-94B9-84EF-452E-A1A69DCF292C}"/>
              </a:ext>
            </a:extLst>
          </p:cNvPr>
          <p:cNvSpPr/>
          <p:nvPr/>
        </p:nvSpPr>
        <p:spPr>
          <a:xfrm rot="16200000">
            <a:off x="8078885" y="2002870"/>
            <a:ext cx="290902" cy="499754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DA8E76B1-3261-9DB3-09A5-5A304E12EE14}"/>
              </a:ext>
            </a:extLst>
          </p:cNvPr>
          <p:cNvSpPr/>
          <p:nvPr/>
        </p:nvSpPr>
        <p:spPr>
          <a:xfrm rot="5400000" flipH="1">
            <a:off x="5005883" y="5111497"/>
            <a:ext cx="290902" cy="499754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3BD17A-44E9-1E29-D665-12CDE8A12D67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lang="en-MY" sz="975" b="1" i="0" dirty="0">
                <a:solidFill>
                  <a:srgbClr val="4F627A"/>
                </a:solidFill>
              </a:rPr>
              <a:t>21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691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55E25-90F9-FDD3-A6BA-97233E3A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0657E2-961A-D7F6-454F-19564BD6C889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rgbClr val="FFFF00"/>
          </a:solidFill>
          <a:ln w="0">
            <a:solidFill>
              <a:srgbClr val="FFFF00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AF0678-7EE6-735C-EE74-246B64E25BEE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00"/>
          </a:solidFill>
          <a:ln w="9525">
            <a:solidFill>
              <a:srgbClr val="FFFF0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A11FD-3507-239A-4816-7B41944FCFC2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E694E-D368-0894-3A96-243C67EC6CEA}"/>
              </a:ext>
            </a:extLst>
          </p:cNvPr>
          <p:cNvSpPr>
            <a:spLocks noGrp="1"/>
          </p:cNvSpPr>
          <p:nvPr/>
        </p:nvSpPr>
        <p:spPr>
          <a:xfrm>
            <a:off x="794876" y="406282"/>
            <a:ext cx="45924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Jana Surat </a:t>
            </a:r>
            <a:r>
              <a:rPr lang="en-MY" sz="1400" b="1" dirty="0" err="1"/>
              <a:t>Kelulusan</a:t>
            </a:r>
            <a:r>
              <a:rPr lang="en-MY" sz="1400" b="1" dirty="0"/>
              <a:t> &amp; Bil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29E57D-13DB-10BC-B713-30D6EE21D732}"/>
              </a:ext>
            </a:extLst>
          </p:cNvPr>
          <p:cNvSpPr>
            <a:spLocks noGrp="1"/>
          </p:cNvSpPr>
          <p:nvPr/>
        </p:nvSpPr>
        <p:spPr>
          <a:xfrm>
            <a:off x="794877" y="711082"/>
            <a:ext cx="10915342" cy="422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Menjana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surat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kelulusan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bayaran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selepas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diluluskan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6BF2BC0-6D29-C08B-B08F-4985343EE4AA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720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PT(IKL)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B2BCD0F-3E29-715E-4328-CFDB3AF91EF9}"/>
              </a:ext>
            </a:extLst>
          </p:cNvPr>
          <p:cNvSpPr/>
          <p:nvPr/>
        </p:nvSpPr>
        <p:spPr>
          <a:xfrm>
            <a:off x="2785501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4E33EC44-406C-6B54-DBF0-1F3A3E992125}"/>
              </a:ext>
            </a:extLst>
          </p:cNvPr>
          <p:cNvSpPr/>
          <p:nvPr/>
        </p:nvSpPr>
        <p:spPr>
          <a:xfrm rot="16200000">
            <a:off x="5926625" y="5265370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2DDAA6E6-6FC1-E0C7-F1B6-B05A6AD6AC41}"/>
              </a:ext>
            </a:extLst>
          </p:cNvPr>
          <p:cNvSpPr/>
          <p:nvPr/>
        </p:nvSpPr>
        <p:spPr>
          <a:xfrm flipV="1">
            <a:off x="9067749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AFCA2F-3CF3-B277-4CBA-4DC4F9A08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6" y="1042360"/>
            <a:ext cx="4320000" cy="24597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88B6F8-4F38-8F79-2C1E-1C597CC23D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6" y="4325811"/>
            <a:ext cx="4320000" cy="246237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42ECB5A-79B0-624D-CA84-D413D0B9D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123" y="4325811"/>
            <a:ext cx="4320000" cy="24597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C3D3A74-8463-B69D-84C0-1D876D0CBD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123" y="1073122"/>
            <a:ext cx="4320000" cy="24290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349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D5D7AC-ECF9-3B17-F658-D10CEC31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B5BD63-66F0-EF27-27BB-9ADCFFF68B93}"/>
              </a:ext>
            </a:extLst>
          </p:cNvPr>
          <p:cNvSpPr>
            <a:spLocks noGrp="1"/>
          </p:cNvSpPr>
          <p:nvPr/>
        </p:nvSpPr>
        <p:spPr>
          <a:xfrm>
            <a:off x="794877" y="711082"/>
            <a:ext cx="10915342" cy="422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/>
              <a:t>Membuat </a:t>
            </a:r>
            <a:r>
              <a:rPr lang="en-MY" sz="1400" dirty="0" err="1"/>
              <a:t>bayaran</a:t>
            </a:r>
            <a:r>
              <a:rPr lang="en-MY" sz="1400" dirty="0"/>
              <a:t>, </a:t>
            </a:r>
            <a:r>
              <a:rPr lang="en-MY" sz="1400" dirty="0" err="1"/>
              <a:t>memuat</a:t>
            </a:r>
            <a:r>
              <a:rPr lang="en-MY" sz="1400" dirty="0"/>
              <a:t> naik </a:t>
            </a:r>
            <a:r>
              <a:rPr lang="en-MY" sz="1400" dirty="0" err="1"/>
              <a:t>bukti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.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87999B19-7061-0E09-BAA9-955D2E0CE70B}"/>
              </a:ext>
            </a:extLst>
          </p:cNvPr>
          <p:cNvSpPr/>
          <p:nvPr/>
        </p:nvSpPr>
        <p:spPr>
          <a:xfrm>
            <a:off x="2785501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E7CEFF3D-1C9A-D05F-5C65-1D3DAFF7E9FD}"/>
              </a:ext>
            </a:extLst>
          </p:cNvPr>
          <p:cNvSpPr/>
          <p:nvPr/>
        </p:nvSpPr>
        <p:spPr>
          <a:xfrm rot="16200000">
            <a:off x="5926625" y="5265370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8BF65B10-9489-BF59-E5D6-0AE93CC38A1C}"/>
              </a:ext>
            </a:extLst>
          </p:cNvPr>
          <p:cNvSpPr/>
          <p:nvPr/>
        </p:nvSpPr>
        <p:spPr>
          <a:xfrm flipV="1">
            <a:off x="9067749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DB737F-95B0-4274-5430-A7D26A2AC8BB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B4D831-97A3-A5DA-F564-7BE8CBC2E087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1619AB-5237-00BB-CF6C-C7ED0F9B8CC2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 dirty="0">
                <a:solidFill>
                  <a:srgbClr val="FFFFFF"/>
                </a:solidFill>
              </a:rPr>
              <a:t>1</a:t>
            </a:r>
            <a:r>
              <a:rPr lang="en-MY" sz="1350" b="1" i="0" dirty="0">
                <a:solidFill>
                  <a:srgbClr val="FFFFFF"/>
                </a:solidFill>
              </a:rPr>
              <a:t>2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6FCB62-E4EB-EEC3-22FF-3CB94EB1F059}"/>
              </a:ext>
            </a:extLst>
          </p:cNvPr>
          <p:cNvSpPr>
            <a:spLocks noGrp="1"/>
          </p:cNvSpPr>
          <p:nvPr/>
        </p:nvSpPr>
        <p:spPr>
          <a:xfrm>
            <a:off x="794877" y="406282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Bayaran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DA13C0-BF94-E18A-C621-7CFB20C36A02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sz="1400" b="1" i="0" dirty="0">
              <a:solidFill>
                <a:srgbClr val="071527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111300-49C4-C1FE-95B0-3BBA9D87B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6" y="1073121"/>
            <a:ext cx="4320000" cy="24290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5E214FD-1D84-E74C-6190-FB43FC293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23" y="4186690"/>
            <a:ext cx="4320000" cy="24597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AE32A6C-9139-8AEF-2BA0-5436365D7A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6" y="4325811"/>
            <a:ext cx="4320000" cy="24597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C4B7199-DA23-94C8-0D9A-50AE6AB154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23" y="1043655"/>
            <a:ext cx="4320000" cy="24584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55946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937C0-BFB0-317F-9C61-5FBAFAFB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914747-36B1-AAE1-8CEF-1B622826F9C9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0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300954-B2AD-3D8E-3B0E-8E80E1DC485B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08E4B9-BF9A-4070-6132-55FE81143A59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6FE66-3A87-D690-4E98-3DB2AC90C226}"/>
              </a:ext>
            </a:extLst>
          </p:cNvPr>
          <p:cNvSpPr>
            <a:spLocks noGrp="1"/>
          </p:cNvSpPr>
          <p:nvPr/>
        </p:nvSpPr>
        <p:spPr>
          <a:xfrm>
            <a:off x="794876" y="406282"/>
            <a:ext cx="45924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Verifikasi</a:t>
            </a:r>
            <a:r>
              <a:rPr lang="en-MY" sz="1400" b="1" dirty="0"/>
              <a:t> </a:t>
            </a:r>
            <a:r>
              <a:rPr lang="en-MY" sz="1400" b="1" dirty="0" err="1"/>
              <a:t>Bayaran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39831E-B51C-B228-757C-C017793C022D}"/>
              </a:ext>
            </a:extLst>
          </p:cNvPr>
          <p:cNvSpPr>
            <a:spLocks noGrp="1"/>
          </p:cNvSpPr>
          <p:nvPr/>
        </p:nvSpPr>
        <p:spPr>
          <a:xfrm>
            <a:off x="794877" y="711082"/>
            <a:ext cx="10915342" cy="422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nb-NO" sz="1400" dirty="0"/>
              <a:t>Menyemak dan mengesahkan bukti resit bayaran.</a:t>
            </a:r>
            <a:endParaRPr lang="en-MY" sz="1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000CF18-63AB-0742-B07D-684F7DDCA92F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720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>
                <a:solidFill>
                  <a:srgbClr val="071527"/>
                </a:solidFill>
              </a:rPr>
              <a:t>FIN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B86E0CB4-856F-06FA-5E25-A8A3C5B98238}"/>
              </a:ext>
            </a:extLst>
          </p:cNvPr>
          <p:cNvSpPr/>
          <p:nvPr/>
        </p:nvSpPr>
        <p:spPr>
          <a:xfrm>
            <a:off x="2785501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566C95A-EABF-8C16-AF4F-DEEA1C14FDB9}"/>
              </a:ext>
            </a:extLst>
          </p:cNvPr>
          <p:cNvSpPr/>
          <p:nvPr/>
        </p:nvSpPr>
        <p:spPr>
          <a:xfrm rot="16200000">
            <a:off x="5926625" y="5265370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3CF951EF-C35E-E8E3-0B09-25E8D791FBCC}"/>
              </a:ext>
            </a:extLst>
          </p:cNvPr>
          <p:cNvSpPr/>
          <p:nvPr/>
        </p:nvSpPr>
        <p:spPr>
          <a:xfrm flipV="1">
            <a:off x="9067749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672CDA-20B1-7F12-F13A-6AE02F51AC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6" y="1046247"/>
            <a:ext cx="4320000" cy="245589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733F6E-3DCD-45C3-A316-6688A5B18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76" y="4325811"/>
            <a:ext cx="4320000" cy="24597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916C45-1479-4C3C-C324-A8A14F7E0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123" y="1073122"/>
            <a:ext cx="4320000" cy="24290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7F8CB1-DE1C-BA48-99AF-FF236E53CF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23" y="4326459"/>
            <a:ext cx="4320000" cy="24584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2579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90BDE-0CC8-9C7F-652A-B4E672076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06CB35-584C-1A29-B7FF-0F0174110FC2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rgbClr val="FFFF00"/>
          </a:solidFill>
          <a:ln w="0">
            <a:solidFill>
              <a:srgbClr val="FFFF00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B9554B-7BCB-9CA9-6C63-AAD4F54A2DA3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00"/>
          </a:solidFill>
          <a:ln w="9525">
            <a:solidFill>
              <a:srgbClr val="FFFF0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099A09-60EF-D02F-C966-ED73F85BD329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0DF4A7-7C5D-3455-5D09-55B47A12B21A}"/>
              </a:ext>
            </a:extLst>
          </p:cNvPr>
          <p:cNvSpPr>
            <a:spLocks noGrp="1"/>
          </p:cNvSpPr>
          <p:nvPr/>
        </p:nvSpPr>
        <p:spPr>
          <a:xfrm>
            <a:off x="794876" y="406282"/>
            <a:ext cx="45924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Jana Resit Rasmi &amp; </a:t>
            </a:r>
            <a:r>
              <a:rPr lang="en-MY" sz="1400" b="1" dirty="0" err="1"/>
              <a:t>Lesen</a:t>
            </a:r>
            <a:r>
              <a:rPr lang="en-MY" sz="1400" b="1" dirty="0"/>
              <a:t> </a:t>
            </a:r>
            <a:r>
              <a:rPr lang="en-MY" sz="1400" b="1" dirty="0" err="1"/>
              <a:t>Iklan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828E98-76F6-0799-BD5A-089365FD3A4B}"/>
              </a:ext>
            </a:extLst>
          </p:cNvPr>
          <p:cNvSpPr>
            <a:spLocks noGrp="1"/>
          </p:cNvSpPr>
          <p:nvPr/>
        </p:nvSpPr>
        <p:spPr>
          <a:xfrm>
            <a:off x="794877" y="711082"/>
            <a:ext cx="10915342" cy="422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Menjana</a:t>
            </a:r>
            <a:r>
              <a:rPr lang="en-MY" sz="1400" dirty="0"/>
              <a:t> resit </a:t>
            </a:r>
            <a:r>
              <a:rPr lang="en-MY" sz="1400" dirty="0" err="1"/>
              <a:t>rasmi</a:t>
            </a:r>
            <a:r>
              <a:rPr lang="en-MY" sz="1400" dirty="0"/>
              <a:t> dan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 </a:t>
            </a:r>
            <a:r>
              <a:rPr lang="en-MY" sz="1400" dirty="0" err="1"/>
              <a:t>selepas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 </a:t>
            </a:r>
            <a:r>
              <a:rPr lang="en-MY" sz="1400" dirty="0" err="1"/>
              <a:t>disahkan</a:t>
            </a:r>
            <a:r>
              <a:rPr lang="en-MY" sz="1400" dirty="0"/>
              <a:t>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5112649-048B-9E97-12C5-A040F8B58A1C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720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PT(IKL)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DBA60A5-1F02-BBF0-7DCA-35C1F72DDF54}"/>
              </a:ext>
            </a:extLst>
          </p:cNvPr>
          <p:cNvSpPr/>
          <p:nvPr/>
        </p:nvSpPr>
        <p:spPr>
          <a:xfrm>
            <a:off x="2785501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63E4B3F5-8526-2538-02CF-D6D0EC96CF08}"/>
              </a:ext>
            </a:extLst>
          </p:cNvPr>
          <p:cNvSpPr/>
          <p:nvPr/>
        </p:nvSpPr>
        <p:spPr>
          <a:xfrm rot="16200000">
            <a:off x="5926625" y="5265370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A9A4E91E-84C7-10B0-CA8F-0E9111489F8A}"/>
              </a:ext>
            </a:extLst>
          </p:cNvPr>
          <p:cNvSpPr/>
          <p:nvPr/>
        </p:nvSpPr>
        <p:spPr>
          <a:xfrm flipV="1">
            <a:off x="9067749" y="36056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46258-16CD-A1A9-0328-38D3DD027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76" y="1042360"/>
            <a:ext cx="4320000" cy="245589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B8420A-1FB9-7B49-173A-80651DE52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123" y="4325811"/>
            <a:ext cx="4320000" cy="24584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012D9B-E3E1-B888-C040-E75D18BB9B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76" y="4325811"/>
            <a:ext cx="4320000" cy="246107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F4C1C4-149C-E9EC-0BDC-0169F0935D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23" y="1069235"/>
            <a:ext cx="4320000" cy="24290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14316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B3476-0E56-BD06-51C8-859DFB67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5C41E9-0E27-2C36-C9FA-7A40A83F3851}"/>
              </a:ext>
            </a:extLst>
          </p:cNvPr>
          <p:cNvSpPr>
            <a:spLocks noGrp="1"/>
          </p:cNvSpPr>
          <p:nvPr/>
        </p:nvSpPr>
        <p:spPr>
          <a:xfrm>
            <a:off x="794877" y="711082"/>
            <a:ext cx="10915342" cy="422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Memuat</a:t>
            </a:r>
            <a:r>
              <a:rPr lang="en-MY" sz="1400" dirty="0"/>
              <a:t> </a:t>
            </a:r>
            <a:r>
              <a:rPr lang="en-MY" sz="1400" dirty="0" err="1"/>
              <a:t>turun</a:t>
            </a:r>
            <a:r>
              <a:rPr lang="en-MY" sz="1400" dirty="0"/>
              <a:t> QR e-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selepas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dikeluarkan</a:t>
            </a:r>
            <a:r>
              <a:rPr lang="en-MY" sz="1400" dirty="0"/>
              <a:t>.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8451DD71-66CF-7EE1-011B-5399CB48F9DD}"/>
              </a:ext>
            </a:extLst>
          </p:cNvPr>
          <p:cNvSpPr/>
          <p:nvPr/>
        </p:nvSpPr>
        <p:spPr>
          <a:xfrm rot="16200000">
            <a:off x="5978873" y="2878061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C33165-CB91-5D94-5ED3-1246397B07BF}"/>
              </a:ext>
            </a:extLst>
          </p:cNvPr>
          <p:cNvSpPr>
            <a:spLocks noGrp="1"/>
          </p:cNvSpPr>
          <p:nvPr/>
        </p:nvSpPr>
        <p:spPr>
          <a:xfrm>
            <a:off x="480552" y="377211"/>
            <a:ext cx="720000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3E0F255-5966-854F-B752-3E439700658A}"/>
              </a:ext>
            </a:extLst>
          </p:cNvPr>
          <p:cNvSpPr>
            <a:spLocks noGrp="1"/>
          </p:cNvSpPr>
          <p:nvPr/>
        </p:nvSpPr>
        <p:spPr>
          <a:xfrm>
            <a:off x="290052" y="186711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16A121-8367-FD19-2413-A1F61C285755}"/>
              </a:ext>
            </a:extLst>
          </p:cNvPr>
          <p:cNvSpPr>
            <a:spLocks noGrp="1"/>
          </p:cNvSpPr>
          <p:nvPr/>
        </p:nvSpPr>
        <p:spPr>
          <a:xfrm>
            <a:off x="290052" y="27243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 dirty="0">
                <a:solidFill>
                  <a:srgbClr val="FFFFFF"/>
                </a:solidFill>
              </a:rPr>
              <a:t>1</a:t>
            </a:r>
            <a:r>
              <a:rPr lang="en-MY" sz="1350" b="1" dirty="0">
                <a:solidFill>
                  <a:srgbClr val="FFFFFF"/>
                </a:solidFill>
              </a:rPr>
              <a:t>5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35CE84-9EDF-CFF7-B7F5-57DE9E01F704}"/>
              </a:ext>
            </a:extLst>
          </p:cNvPr>
          <p:cNvSpPr>
            <a:spLocks noGrp="1"/>
          </p:cNvSpPr>
          <p:nvPr/>
        </p:nvSpPr>
        <p:spPr>
          <a:xfrm>
            <a:off x="794877" y="406282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Muat Turun QR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C89B29-7BDF-EC65-04EF-EACAB83841B1}"/>
              </a:ext>
            </a:extLst>
          </p:cNvPr>
          <p:cNvSpPr>
            <a:spLocks noGrp="1"/>
          </p:cNvSpPr>
          <p:nvPr/>
        </p:nvSpPr>
        <p:spPr>
          <a:xfrm>
            <a:off x="794877" y="72411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sz="1400" b="1" i="0" dirty="0">
              <a:solidFill>
                <a:srgbClr val="071527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BC3186-7647-33DE-C50D-57AFC68AF7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62" y="1669613"/>
            <a:ext cx="5269530" cy="299885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4381FF-ADB2-524D-0287-CB719A7C33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103" y="1687340"/>
            <a:ext cx="5270400" cy="296339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09E80B0-78A4-1214-EA00-A1EA352B88F1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lang="en-MY" sz="975" b="1" i="0" dirty="0">
                <a:solidFill>
                  <a:srgbClr val="4F627A"/>
                </a:solidFill>
              </a:rPr>
              <a:t>26</a:t>
            </a:r>
            <a:endParaRPr sz="975" b="1" i="0" dirty="0">
              <a:solidFill>
                <a:srgbClr val="4F6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153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33A4F5-8F58-B7F0-2561-A96E0B31E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310" y="3109451"/>
            <a:ext cx="5592760" cy="3182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3C6765-E440-2461-2DB8-30FB543AF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92" y="3109451"/>
            <a:ext cx="5594400" cy="31803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508EB1-1C4E-24F6-D49A-229B210C6790}"/>
              </a:ext>
            </a:extLst>
          </p:cNvPr>
          <p:cNvSpPr>
            <a:spLocks noGrp="1"/>
          </p:cNvSpPr>
          <p:nvPr/>
        </p:nvSpPr>
        <p:spPr>
          <a:xfrm>
            <a:off x="448278" y="1143195"/>
            <a:ext cx="5484426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defRPr sz="1275" b="0" i="0">
                <a:solidFill>
                  <a:srgbClr val="4F627A"/>
                </a:solidFill>
              </a:defRPr>
            </a:pP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Pemohon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boleh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mengemukakan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pembatalan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sekiranya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iklan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tidak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lagi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diperlukan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atau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terdapat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perubahan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terhadap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keperluan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Sistem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memaparkan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pengesahan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sebelum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pembatalan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dihantar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bagi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mengelakkan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tindakan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tidak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sengaja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275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42F116D-6E42-0EE6-B1CE-B9F5DBC2772C}"/>
              </a:ext>
            </a:extLst>
          </p:cNvPr>
          <p:cNvSpPr/>
          <p:nvPr/>
        </p:nvSpPr>
        <p:spPr>
          <a:xfrm>
            <a:off x="8831314" y="2288139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F1EDFCCD-EB28-FAF6-51BC-16B26ECEABCD}"/>
              </a:ext>
            </a:extLst>
          </p:cNvPr>
          <p:cNvSpPr/>
          <p:nvPr/>
        </p:nvSpPr>
        <p:spPr>
          <a:xfrm>
            <a:off x="3021937" y="2288139"/>
            <a:ext cx="338750" cy="581955"/>
          </a:xfrm>
          <a:prstGeom prst="downArrow">
            <a:avLst>
              <a:gd name="adj1" fmla="val 34615"/>
              <a:gd name="adj2" fmla="val 910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BF63CB-1008-BD3B-CC44-6B57987D398D}"/>
              </a:ext>
            </a:extLst>
          </p:cNvPr>
          <p:cNvSpPr>
            <a:spLocks noGrp="1"/>
          </p:cNvSpPr>
          <p:nvPr/>
        </p:nvSpPr>
        <p:spPr>
          <a:xfrm>
            <a:off x="6410132" y="1143195"/>
            <a:ext cx="518111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defRPr sz="1275" b="0" i="0">
                <a:solidFill>
                  <a:srgbClr val="4F627A"/>
                </a:solidFill>
              </a:defRPr>
            </a:pP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PT(IKL)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menyemak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pembatalan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yang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diterima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daripada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pemohon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Sekiranya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disahkan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PT(IKL)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merekodkan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tindakan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pembatalan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dalam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sistem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status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dikemas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kini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sebagai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275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dibatalkan</a:t>
            </a:r>
            <a:r>
              <a:rPr lang="en-MY" sz="1275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275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45C3D1-B5C8-ABB9-94A7-71DA5F355DE9}"/>
              </a:ext>
            </a:extLst>
          </p:cNvPr>
          <p:cNvSpPr>
            <a:spLocks noGrp="1"/>
          </p:cNvSpPr>
          <p:nvPr/>
        </p:nvSpPr>
        <p:spPr>
          <a:xfrm>
            <a:off x="2490404" y="748524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24049A-B45B-14D5-6436-D7B08F30212B}"/>
              </a:ext>
            </a:extLst>
          </p:cNvPr>
          <p:cNvSpPr>
            <a:spLocks noGrp="1"/>
          </p:cNvSpPr>
          <p:nvPr/>
        </p:nvSpPr>
        <p:spPr>
          <a:xfrm>
            <a:off x="8301423" y="748524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PT(IKL)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A35F41-80D2-F874-5D0A-85BCFA31E0D1}"/>
              </a:ext>
            </a:extLst>
          </p:cNvPr>
          <p:cNvSpPr>
            <a:spLocks noGrp="1"/>
          </p:cNvSpPr>
          <p:nvPr/>
        </p:nvSpPr>
        <p:spPr>
          <a:xfrm>
            <a:off x="609600" y="180802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850" b="1" dirty="0" err="1">
                <a:solidFill>
                  <a:srgbClr val="071527"/>
                </a:solidFill>
              </a:rPr>
              <a:t>Pembatalan</a:t>
            </a:r>
            <a:r>
              <a:rPr lang="en-MY" sz="2850" b="1" dirty="0">
                <a:solidFill>
                  <a:srgbClr val="071527"/>
                </a:solidFill>
              </a:rPr>
              <a:t> </a:t>
            </a:r>
            <a:r>
              <a:rPr lang="en-MY" sz="2850" b="1" dirty="0" err="1">
                <a:solidFill>
                  <a:srgbClr val="071527"/>
                </a:solidFill>
              </a:rPr>
              <a:t>Lesen</a:t>
            </a:r>
            <a:r>
              <a:rPr lang="en-MY" sz="2850" b="1" dirty="0">
                <a:solidFill>
                  <a:srgbClr val="071527"/>
                </a:solidFill>
              </a:rPr>
              <a:t> </a:t>
            </a:r>
            <a:r>
              <a:rPr lang="en-MY" sz="2850" b="1" dirty="0" err="1">
                <a:solidFill>
                  <a:srgbClr val="071527"/>
                </a:solidFill>
              </a:rPr>
              <a:t>Iklan</a:t>
            </a:r>
            <a:endParaRPr sz="2850" b="1" i="0" dirty="0">
              <a:solidFill>
                <a:srgbClr val="071527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93077A-052E-4F44-DBBE-B8F4953161BF}"/>
              </a:ext>
            </a:extLst>
          </p:cNvPr>
          <p:cNvSpPr>
            <a:spLocks noGrp="1"/>
          </p:cNvSpPr>
          <p:nvPr/>
        </p:nvSpPr>
        <p:spPr>
          <a:xfrm>
            <a:off x="514350" y="729474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3858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A4BAEC-91E8-77F3-4105-D3C88D0D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34CA52C-7042-1E49-E0CB-E9947431F2A8}"/>
              </a:ext>
            </a:extLst>
          </p:cNvPr>
          <p:cNvSpPr>
            <a:spLocks noGrp="1"/>
          </p:cNvSpPr>
          <p:nvPr/>
        </p:nvSpPr>
        <p:spPr>
          <a:xfrm>
            <a:off x="4990079" y="4121163"/>
            <a:ext cx="2000250" cy="28575"/>
          </a:xfrm>
          <a:prstGeom prst="rect">
            <a:avLst/>
          </a:prstGeom>
          <a:solidFill>
            <a:srgbClr val="FFFF00"/>
          </a:solidFill>
          <a:ln w="0">
            <a:solidFill>
              <a:srgbClr val="FFFF00"/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0D77185-3560-C4FF-D268-CBB41BFE222F}"/>
              </a:ext>
            </a:extLst>
          </p:cNvPr>
          <p:cNvSpPr>
            <a:spLocks noGrp="1"/>
          </p:cNvSpPr>
          <p:nvPr/>
        </p:nvSpPr>
        <p:spPr>
          <a:xfrm>
            <a:off x="4799579" y="3930663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00"/>
          </a:solidFill>
          <a:ln w="9525">
            <a:solidFill>
              <a:srgbClr val="FFFF0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93FA20-A35C-DC79-E4F8-BBA6C0797E3E}"/>
              </a:ext>
            </a:extLst>
          </p:cNvPr>
          <p:cNvSpPr>
            <a:spLocks noGrp="1"/>
          </p:cNvSpPr>
          <p:nvPr/>
        </p:nvSpPr>
        <p:spPr>
          <a:xfrm>
            <a:off x="4799579" y="4016388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8D341E-D1F0-2CAB-0FC4-1837847235F0}"/>
              </a:ext>
            </a:extLst>
          </p:cNvPr>
          <p:cNvSpPr>
            <a:spLocks noGrp="1"/>
          </p:cNvSpPr>
          <p:nvPr/>
        </p:nvSpPr>
        <p:spPr>
          <a:xfrm>
            <a:off x="5304406" y="3812522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PT(IKL)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03A586D-5ADC-9301-EBCD-FFB85906A1B5}"/>
              </a:ext>
            </a:extLst>
          </p:cNvPr>
          <p:cNvSpPr>
            <a:spLocks noGrp="1"/>
          </p:cNvSpPr>
          <p:nvPr/>
        </p:nvSpPr>
        <p:spPr>
          <a:xfrm>
            <a:off x="5218679" y="4197363"/>
            <a:ext cx="18262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Jana Resit Rasmi &amp; </a:t>
            </a:r>
            <a:r>
              <a:rPr lang="en-MY" sz="1400" b="1" dirty="0" err="1"/>
              <a:t>Lesen</a:t>
            </a:r>
            <a:r>
              <a:rPr lang="en-MY" sz="1400" b="1" dirty="0"/>
              <a:t> </a:t>
            </a:r>
            <a:r>
              <a:rPr lang="en-MY" sz="1400" b="1" dirty="0" err="1"/>
              <a:t>Iklan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76EF71-5168-E5C8-95FE-0EB94476A8DA}"/>
              </a:ext>
            </a:extLst>
          </p:cNvPr>
          <p:cNvSpPr>
            <a:spLocks noGrp="1"/>
          </p:cNvSpPr>
          <p:nvPr/>
        </p:nvSpPr>
        <p:spPr>
          <a:xfrm>
            <a:off x="5218679" y="4744132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Menjana</a:t>
            </a:r>
            <a:r>
              <a:rPr lang="en-MY" sz="1400" dirty="0"/>
              <a:t> resit </a:t>
            </a:r>
            <a:r>
              <a:rPr lang="en-MY" sz="1400" dirty="0" err="1"/>
              <a:t>rasmi</a:t>
            </a:r>
            <a:r>
              <a:rPr lang="en-MY" sz="1400" dirty="0"/>
              <a:t> dan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 </a:t>
            </a:r>
            <a:r>
              <a:rPr lang="en-MY" sz="1400" dirty="0" err="1"/>
              <a:t>selepas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 </a:t>
            </a:r>
            <a:r>
              <a:rPr lang="en-MY" sz="1400" dirty="0" err="1"/>
              <a:t>disahkan</a:t>
            </a:r>
            <a:r>
              <a:rPr lang="en-MY" sz="1400" dirty="0"/>
              <a:t> </a:t>
            </a:r>
            <a:r>
              <a:rPr lang="en-MY" sz="1400" dirty="0" err="1"/>
              <a:t>untuk</a:t>
            </a:r>
            <a:r>
              <a:rPr lang="en-MY" sz="1400" dirty="0"/>
              <a:t> </a:t>
            </a:r>
            <a:r>
              <a:rPr lang="en-MY" sz="1400" dirty="0" err="1"/>
              <a:t>pembaharuan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8CB43-63B1-92FC-16A9-EFE4615669E6}"/>
              </a:ext>
            </a:extLst>
          </p:cNvPr>
          <p:cNvSpPr>
            <a:spLocks noGrp="1"/>
          </p:cNvSpPr>
          <p:nvPr/>
        </p:nvSpPr>
        <p:spPr>
          <a:xfrm>
            <a:off x="8454524" y="4130688"/>
            <a:ext cx="20002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E1743C-5BDC-E6BB-B277-E63BAE7EE5B2}"/>
              </a:ext>
            </a:extLst>
          </p:cNvPr>
          <p:cNvSpPr>
            <a:spLocks noGrp="1"/>
          </p:cNvSpPr>
          <p:nvPr/>
        </p:nvSpPr>
        <p:spPr>
          <a:xfrm>
            <a:off x="8264024" y="3940188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E506BC-43D4-DECF-469F-A0175805C27C}"/>
              </a:ext>
            </a:extLst>
          </p:cNvPr>
          <p:cNvSpPr>
            <a:spLocks noGrp="1"/>
          </p:cNvSpPr>
          <p:nvPr/>
        </p:nvSpPr>
        <p:spPr>
          <a:xfrm>
            <a:off x="8264024" y="4025913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rgbClr val="FFFFFF"/>
                </a:solidFill>
              </a:rPr>
              <a:t>6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E6797E-C7C7-26EC-E277-D105ACCBD398}"/>
              </a:ext>
            </a:extLst>
          </p:cNvPr>
          <p:cNvSpPr>
            <a:spLocks noGrp="1"/>
          </p:cNvSpPr>
          <p:nvPr/>
        </p:nvSpPr>
        <p:spPr>
          <a:xfrm>
            <a:off x="8768851" y="3822047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6372F5-35B5-ECA7-1F99-7D6A56BEFF9E}"/>
              </a:ext>
            </a:extLst>
          </p:cNvPr>
          <p:cNvSpPr>
            <a:spLocks noGrp="1"/>
          </p:cNvSpPr>
          <p:nvPr/>
        </p:nvSpPr>
        <p:spPr>
          <a:xfrm>
            <a:off x="8683124" y="4206888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Muat Turun QR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FE2C6F-B044-7A87-8A90-03AC78607E4F}"/>
              </a:ext>
            </a:extLst>
          </p:cNvPr>
          <p:cNvSpPr>
            <a:spLocks noGrp="1"/>
          </p:cNvSpPr>
          <p:nvPr/>
        </p:nvSpPr>
        <p:spPr>
          <a:xfrm>
            <a:off x="8683124" y="4511688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Memuat</a:t>
            </a:r>
            <a:r>
              <a:rPr lang="en-MY" sz="1400" dirty="0"/>
              <a:t> </a:t>
            </a:r>
            <a:r>
              <a:rPr lang="en-MY" sz="1400" dirty="0" err="1"/>
              <a:t>turun</a:t>
            </a:r>
            <a:r>
              <a:rPr lang="en-MY" sz="1400" dirty="0"/>
              <a:t> QR e-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selepas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dikeluarkan</a:t>
            </a:r>
            <a:r>
              <a:rPr lang="en-MY" sz="1400" dirty="0"/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1AD6C0-76C4-7525-35D5-B1337A05DC44}"/>
              </a:ext>
            </a:extLst>
          </p:cNvPr>
          <p:cNvSpPr>
            <a:spLocks noGrp="1"/>
          </p:cNvSpPr>
          <p:nvPr/>
        </p:nvSpPr>
        <p:spPr>
          <a:xfrm>
            <a:off x="609600" y="7132"/>
            <a:ext cx="10001250" cy="492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850" b="1" dirty="0" err="1"/>
              <a:t>Aliran</a:t>
            </a:r>
            <a:r>
              <a:rPr lang="en-MY" sz="2850" b="1" dirty="0"/>
              <a:t> </a:t>
            </a:r>
            <a:r>
              <a:rPr lang="en-MY" sz="2850" b="1" dirty="0" err="1"/>
              <a:t>Sistem</a:t>
            </a:r>
            <a:r>
              <a:rPr lang="en-MY" sz="2850" b="1" dirty="0"/>
              <a:t> dan </a:t>
            </a:r>
            <a:r>
              <a:rPr lang="en-MY" sz="2850" b="1" dirty="0" err="1"/>
              <a:t>Peranan</a:t>
            </a:r>
            <a:r>
              <a:rPr lang="en-MY" sz="2850" b="1" dirty="0"/>
              <a:t> </a:t>
            </a:r>
            <a:r>
              <a:rPr lang="en-MY" sz="2850" b="1" dirty="0" err="1"/>
              <a:t>Pengguna</a:t>
            </a:r>
            <a:r>
              <a:rPr lang="en-MY" sz="2850" b="1" dirty="0"/>
              <a:t> </a:t>
            </a:r>
            <a:r>
              <a:rPr lang="en-MY" sz="2800" b="1" dirty="0"/>
              <a:t>[</a:t>
            </a:r>
            <a:r>
              <a:rPr lang="en-MY" sz="2800" b="1" i="1" dirty="0"/>
              <a:t>End-to-end</a:t>
            </a:r>
            <a:r>
              <a:rPr lang="en-MY" sz="2800" b="1" dirty="0"/>
              <a:t>] </a:t>
            </a:r>
            <a:endParaRPr sz="2600" b="1" i="0" dirty="0">
              <a:solidFill>
                <a:srgbClr val="071527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12F06C-049F-9DC8-ED91-89DED5A33CD1}"/>
              </a:ext>
            </a:extLst>
          </p:cNvPr>
          <p:cNvSpPr>
            <a:spLocks noGrp="1"/>
          </p:cNvSpPr>
          <p:nvPr/>
        </p:nvSpPr>
        <p:spPr>
          <a:xfrm>
            <a:off x="514350" y="439065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D4D485-7B1F-0C9E-B31E-17CDA7C2498C}"/>
              </a:ext>
            </a:extLst>
          </p:cNvPr>
          <p:cNvSpPr>
            <a:spLocks noGrp="1"/>
          </p:cNvSpPr>
          <p:nvPr/>
        </p:nvSpPr>
        <p:spPr>
          <a:xfrm>
            <a:off x="1525634" y="4120234"/>
            <a:ext cx="2000250" cy="28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0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62BAB3EC-109A-EEF2-B967-91207BF8FC98}"/>
              </a:ext>
            </a:extLst>
          </p:cNvPr>
          <p:cNvSpPr>
            <a:spLocks noGrp="1"/>
          </p:cNvSpPr>
          <p:nvPr/>
        </p:nvSpPr>
        <p:spPr>
          <a:xfrm>
            <a:off x="1335134" y="3929734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54AD06A-C7EE-17F9-D6FE-6A32A98308A0}"/>
              </a:ext>
            </a:extLst>
          </p:cNvPr>
          <p:cNvSpPr>
            <a:spLocks noGrp="1"/>
          </p:cNvSpPr>
          <p:nvPr/>
        </p:nvSpPr>
        <p:spPr>
          <a:xfrm>
            <a:off x="1335134" y="401545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337664C-A9D0-9E0A-48DE-6B876E304EF7}"/>
              </a:ext>
            </a:extLst>
          </p:cNvPr>
          <p:cNvSpPr>
            <a:spLocks noGrp="1"/>
          </p:cNvSpPr>
          <p:nvPr/>
        </p:nvSpPr>
        <p:spPr>
          <a:xfrm>
            <a:off x="1839961" y="3834486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>
                <a:solidFill>
                  <a:srgbClr val="071527"/>
                </a:solidFill>
              </a:rPr>
              <a:t>FIN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2DE2AEA-4551-1F5B-8A0A-EA02E6B751C1}"/>
              </a:ext>
            </a:extLst>
          </p:cNvPr>
          <p:cNvSpPr>
            <a:spLocks noGrp="1"/>
          </p:cNvSpPr>
          <p:nvPr/>
        </p:nvSpPr>
        <p:spPr>
          <a:xfrm>
            <a:off x="1754234" y="419643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Verifikasi</a:t>
            </a:r>
            <a:r>
              <a:rPr lang="en-MY" sz="1400" b="1" dirty="0"/>
              <a:t> </a:t>
            </a:r>
            <a:r>
              <a:rPr lang="en-MY" sz="1400" b="1" dirty="0" err="1"/>
              <a:t>Bayaran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78E8EF7-40A9-F36C-F385-5DB852594663}"/>
              </a:ext>
            </a:extLst>
          </p:cNvPr>
          <p:cNvSpPr>
            <a:spLocks noGrp="1"/>
          </p:cNvSpPr>
          <p:nvPr/>
        </p:nvSpPr>
        <p:spPr>
          <a:xfrm>
            <a:off x="1754234" y="450123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nb-NO" sz="1400" dirty="0"/>
              <a:t>Menyemak dan mengesahkan bukti resit bayaran.</a:t>
            </a:r>
            <a:endParaRPr lang="en-MY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B84B24-F8B7-5426-9A76-372A3A80B001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lang="en-MY" sz="975" b="1" i="0" dirty="0">
                <a:solidFill>
                  <a:srgbClr val="4F627A"/>
                </a:solidFill>
              </a:rPr>
              <a:t>29</a:t>
            </a:r>
            <a:endParaRPr sz="975" b="1" i="0" dirty="0">
              <a:solidFill>
                <a:srgbClr val="4F627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8CF52A-5928-F3CA-ACC0-495B9AF0204E}"/>
              </a:ext>
            </a:extLst>
          </p:cNvPr>
          <p:cNvSpPr>
            <a:spLocks noGrp="1"/>
          </p:cNvSpPr>
          <p:nvPr/>
        </p:nvSpPr>
        <p:spPr>
          <a:xfrm>
            <a:off x="4990078" y="1607474"/>
            <a:ext cx="2000250" cy="2857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92063E-7997-208D-7E91-44E0934619BD}"/>
              </a:ext>
            </a:extLst>
          </p:cNvPr>
          <p:cNvSpPr>
            <a:spLocks noGrp="1"/>
          </p:cNvSpPr>
          <p:nvPr/>
        </p:nvSpPr>
        <p:spPr>
          <a:xfrm>
            <a:off x="4799578" y="1416974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3E9A0D-A143-CA5D-C462-39D189DFC9F0}"/>
              </a:ext>
            </a:extLst>
          </p:cNvPr>
          <p:cNvSpPr>
            <a:spLocks noGrp="1"/>
          </p:cNvSpPr>
          <p:nvPr/>
        </p:nvSpPr>
        <p:spPr>
          <a:xfrm>
            <a:off x="4799578" y="150269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2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459BF9-7E29-1943-0876-EA5C0DBA42A6}"/>
              </a:ext>
            </a:extLst>
          </p:cNvPr>
          <p:cNvSpPr>
            <a:spLocks noGrp="1"/>
          </p:cNvSpPr>
          <p:nvPr/>
        </p:nvSpPr>
        <p:spPr>
          <a:xfrm>
            <a:off x="5304405" y="1321726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KB(LES)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A8C20E-980F-3F0F-163A-DBBB3B92BCE5}"/>
              </a:ext>
            </a:extLst>
          </p:cNvPr>
          <p:cNvSpPr>
            <a:spLocks noGrp="1"/>
          </p:cNvSpPr>
          <p:nvPr/>
        </p:nvSpPr>
        <p:spPr>
          <a:xfrm>
            <a:off x="5218678" y="168367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Sokongan</a:t>
            </a:r>
            <a:r>
              <a:rPr lang="en-MY" sz="1400" b="1" dirty="0"/>
              <a:t> Unit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937D05-2EF9-0E40-D68C-0E0E3185E2F6}"/>
              </a:ext>
            </a:extLst>
          </p:cNvPr>
          <p:cNvSpPr>
            <a:spLocks noGrp="1"/>
          </p:cNvSpPr>
          <p:nvPr/>
        </p:nvSpPr>
        <p:spPr>
          <a:xfrm>
            <a:off x="5218678" y="198847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sv-SE" sz="1400" dirty="0"/>
              <a:t>Mengesahkan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surat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makluman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pembatalan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yang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tamat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tempoh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sv-SE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9CA0D7-50DC-4523-F8E0-9EDB9955057F}"/>
              </a:ext>
            </a:extLst>
          </p:cNvPr>
          <p:cNvSpPr>
            <a:spLocks noGrp="1"/>
          </p:cNvSpPr>
          <p:nvPr/>
        </p:nvSpPr>
        <p:spPr>
          <a:xfrm>
            <a:off x="1525635" y="1613864"/>
            <a:ext cx="2000250" cy="28575"/>
          </a:xfrm>
          <a:prstGeom prst="rect">
            <a:avLst/>
          </a:prstGeom>
          <a:solidFill>
            <a:srgbClr val="FFFF00"/>
          </a:solidFill>
          <a:ln w="0">
            <a:noFill/>
            <a:prstDash val="solid"/>
          </a:ln>
        </p:spPr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6DF0C59-2844-0CAE-CE9E-4F3406F2BFA4}"/>
              </a:ext>
            </a:extLst>
          </p:cNvPr>
          <p:cNvSpPr>
            <a:spLocks noGrp="1"/>
          </p:cNvSpPr>
          <p:nvPr/>
        </p:nvSpPr>
        <p:spPr>
          <a:xfrm>
            <a:off x="1335135" y="1423364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00"/>
          </a:solidFill>
          <a:ln w="9525">
            <a:solidFill>
              <a:srgbClr val="FFFF00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6DB64F-3E3E-98E9-E298-7CEC518D8C18}"/>
              </a:ext>
            </a:extLst>
          </p:cNvPr>
          <p:cNvSpPr>
            <a:spLocks noGrp="1"/>
          </p:cNvSpPr>
          <p:nvPr/>
        </p:nvSpPr>
        <p:spPr>
          <a:xfrm>
            <a:off x="1335135" y="150908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980F900-FE1B-2878-66B0-9C755795BB32}"/>
              </a:ext>
            </a:extLst>
          </p:cNvPr>
          <p:cNvSpPr>
            <a:spLocks noGrp="1"/>
          </p:cNvSpPr>
          <p:nvPr/>
        </p:nvSpPr>
        <p:spPr>
          <a:xfrm>
            <a:off x="1839962" y="1321587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PT(IKL)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6235BA-22CE-48A7-603C-2A9E10697C1C}"/>
              </a:ext>
            </a:extLst>
          </p:cNvPr>
          <p:cNvSpPr>
            <a:spLocks noGrp="1"/>
          </p:cNvSpPr>
          <p:nvPr/>
        </p:nvSpPr>
        <p:spPr>
          <a:xfrm>
            <a:off x="1754235" y="2211935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Menjana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surat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makluman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pembatalan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yang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tamat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tempoh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35E492-AF85-F9E8-F3EC-115FCAFAE958}"/>
              </a:ext>
            </a:extLst>
          </p:cNvPr>
          <p:cNvSpPr>
            <a:spLocks noGrp="1"/>
          </p:cNvSpPr>
          <p:nvPr/>
        </p:nvSpPr>
        <p:spPr>
          <a:xfrm>
            <a:off x="1744709" y="1679857"/>
            <a:ext cx="228599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Jana Surat </a:t>
            </a:r>
            <a:r>
              <a:rPr lang="en-MY" sz="1400" b="1" dirty="0" err="1"/>
              <a:t>Makluman</a:t>
            </a:r>
            <a:r>
              <a:rPr lang="en-MY" sz="1400" b="1" dirty="0"/>
              <a:t> </a:t>
            </a:r>
            <a:r>
              <a:rPr lang="en-MY" sz="1400" b="1" dirty="0" err="1"/>
              <a:t>Pembatalan</a:t>
            </a:r>
            <a:r>
              <a:rPr lang="en-MY" sz="1400" b="1" dirty="0"/>
              <a:t> </a:t>
            </a:r>
            <a:r>
              <a:rPr lang="en-MY" sz="1400" b="1" dirty="0" err="1"/>
              <a:t>Lesen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AC5CA05-9DBE-5388-BB17-6F8E912FE623}"/>
              </a:ext>
            </a:extLst>
          </p:cNvPr>
          <p:cNvSpPr>
            <a:spLocks noGrp="1"/>
          </p:cNvSpPr>
          <p:nvPr/>
        </p:nvSpPr>
        <p:spPr>
          <a:xfrm>
            <a:off x="8454521" y="1607474"/>
            <a:ext cx="20002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7206A94-6776-C0EE-7C5E-C55FD12537AF}"/>
              </a:ext>
            </a:extLst>
          </p:cNvPr>
          <p:cNvSpPr>
            <a:spLocks noGrp="1"/>
          </p:cNvSpPr>
          <p:nvPr/>
        </p:nvSpPr>
        <p:spPr>
          <a:xfrm>
            <a:off x="8264021" y="1416974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80314BB-9242-37EA-33CC-CF2E99EE1343}"/>
              </a:ext>
            </a:extLst>
          </p:cNvPr>
          <p:cNvSpPr>
            <a:spLocks noGrp="1"/>
          </p:cNvSpPr>
          <p:nvPr/>
        </p:nvSpPr>
        <p:spPr>
          <a:xfrm>
            <a:off x="8264021" y="150269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3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A7D5C2C-2B18-4B80-2412-8C7B9D1E9947}"/>
              </a:ext>
            </a:extLst>
          </p:cNvPr>
          <p:cNvSpPr>
            <a:spLocks noGrp="1"/>
          </p:cNvSpPr>
          <p:nvPr/>
        </p:nvSpPr>
        <p:spPr>
          <a:xfrm>
            <a:off x="8768848" y="1298833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4323FC7-4F16-A804-5D58-A2138C9FA0E7}"/>
              </a:ext>
            </a:extLst>
          </p:cNvPr>
          <p:cNvSpPr>
            <a:spLocks noGrp="1"/>
          </p:cNvSpPr>
          <p:nvPr/>
        </p:nvSpPr>
        <p:spPr>
          <a:xfrm>
            <a:off x="8683121" y="168367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Bayaran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A67C709-8803-CC7E-97AD-5F02B96B22A1}"/>
              </a:ext>
            </a:extLst>
          </p:cNvPr>
          <p:cNvSpPr>
            <a:spLocks noGrp="1"/>
          </p:cNvSpPr>
          <p:nvPr/>
        </p:nvSpPr>
        <p:spPr>
          <a:xfrm>
            <a:off x="8683121" y="198847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/>
              <a:t>Membuat </a:t>
            </a:r>
            <a:r>
              <a:rPr lang="en-MY" sz="1400" dirty="0" err="1"/>
              <a:t>bayaran</a:t>
            </a:r>
            <a:r>
              <a:rPr lang="en-MY" sz="1400" dirty="0"/>
              <a:t> </a:t>
            </a:r>
            <a:r>
              <a:rPr lang="en-MY" sz="1400" dirty="0" err="1"/>
              <a:t>pembaharuan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 dan </a:t>
            </a:r>
            <a:r>
              <a:rPr lang="en-MY" sz="1400" dirty="0" err="1"/>
              <a:t>memuat</a:t>
            </a:r>
            <a:r>
              <a:rPr lang="en-MY" sz="1400" dirty="0"/>
              <a:t> naik </a:t>
            </a:r>
            <a:r>
              <a:rPr lang="en-MY" sz="1400" dirty="0" err="1"/>
              <a:t>bukti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029BCE1-65D0-64E9-175C-B1AB028F09FF}"/>
              </a:ext>
            </a:extLst>
          </p:cNvPr>
          <p:cNvSpPr>
            <a:spLocks noGrp="1"/>
          </p:cNvSpPr>
          <p:nvPr/>
        </p:nvSpPr>
        <p:spPr>
          <a:xfrm>
            <a:off x="609600" y="690226"/>
            <a:ext cx="10001250" cy="492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000" b="1" dirty="0" err="1"/>
              <a:t>Makluman</a:t>
            </a:r>
            <a:r>
              <a:rPr lang="en-MY" sz="2000" b="1" dirty="0"/>
              <a:t> </a:t>
            </a:r>
            <a:r>
              <a:rPr lang="en-MY" sz="2000" b="1" dirty="0" err="1"/>
              <a:t>Pembatalan</a:t>
            </a:r>
            <a:r>
              <a:rPr lang="en-MY" sz="2000" b="1" dirty="0"/>
              <a:t> </a:t>
            </a:r>
            <a:r>
              <a:rPr lang="en-MY" sz="2000" b="1" dirty="0" err="1"/>
              <a:t>Lesen</a:t>
            </a:r>
            <a:r>
              <a:rPr lang="en-MY" sz="2000" b="1" dirty="0"/>
              <a:t> dan Tindakan </a:t>
            </a:r>
            <a:r>
              <a:rPr lang="en-MY" sz="2000" b="1" dirty="0" err="1"/>
              <a:t>Penguatkuasaan</a:t>
            </a:r>
            <a:r>
              <a:rPr lang="en-MY" sz="2000" b="1" dirty="0"/>
              <a:t> (</a:t>
            </a:r>
            <a:r>
              <a:rPr lang="en-MY" sz="2000" b="1" i="1" dirty="0"/>
              <a:t>Expired</a:t>
            </a:r>
            <a:r>
              <a:rPr lang="en-MY" sz="2000" b="1" dirty="0"/>
              <a:t>)</a:t>
            </a:r>
            <a:endParaRPr b="1" dirty="0">
              <a:solidFill>
                <a:srgbClr val="0715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788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2ACB-FE18-136F-423D-289F7933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80BF6F-12AD-2EB0-FE55-3731DDDF5E18}"/>
              </a:ext>
            </a:extLst>
          </p:cNvPr>
          <p:cNvSpPr txBox="1"/>
          <p:nvPr/>
        </p:nvSpPr>
        <p:spPr>
          <a:xfrm>
            <a:off x="833566" y="2367171"/>
            <a:ext cx="1052486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2850" b="1" i="0">
                <a:solidFill>
                  <a:srgbClr val="071527"/>
                </a:solidFill>
              </a:defRPr>
            </a:pPr>
            <a:r>
              <a:rPr lang="en-MY" sz="6600" b="1" dirty="0">
                <a:solidFill>
                  <a:srgbClr val="071527"/>
                </a:solidFill>
              </a:rPr>
              <a:t>MODUL</a:t>
            </a:r>
          </a:p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6600" b="1" dirty="0">
                <a:solidFill>
                  <a:srgbClr val="071527"/>
                </a:solidFill>
              </a:rPr>
              <a:t>PEMBAHARUAN LESEN IKLAN</a:t>
            </a:r>
          </a:p>
        </p:txBody>
      </p:sp>
    </p:spTree>
    <p:extLst>
      <p:ext uri="{BB962C8B-B14F-4D97-AF65-F5344CB8AC3E}">
        <p14:creationId xmlns:p14="http://schemas.microsoft.com/office/powerpoint/2010/main" val="2036495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B080E-890A-A781-4AE9-E1DCB7CC5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F6302FC-CAB3-8E65-0716-778259FE840C}"/>
              </a:ext>
            </a:extLst>
          </p:cNvPr>
          <p:cNvSpPr>
            <a:spLocks noGrp="1"/>
          </p:cNvSpPr>
          <p:nvPr/>
        </p:nvSpPr>
        <p:spPr>
          <a:xfrm>
            <a:off x="4990079" y="4121163"/>
            <a:ext cx="2000250" cy="28575"/>
          </a:xfrm>
          <a:prstGeom prst="rect">
            <a:avLst/>
          </a:prstGeom>
          <a:solidFill>
            <a:srgbClr val="FFFF00"/>
          </a:solidFill>
          <a:ln w="0">
            <a:solidFill>
              <a:srgbClr val="FFFF00"/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E4E6053-BDE9-7931-DD70-D2A7DF7FCF35}"/>
              </a:ext>
            </a:extLst>
          </p:cNvPr>
          <p:cNvSpPr>
            <a:spLocks noGrp="1"/>
          </p:cNvSpPr>
          <p:nvPr/>
        </p:nvSpPr>
        <p:spPr>
          <a:xfrm>
            <a:off x="4799579" y="3930663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00"/>
          </a:solidFill>
          <a:ln w="9525">
            <a:solidFill>
              <a:srgbClr val="FFFF0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EAC125-A467-4F17-42FB-EA64141E996C}"/>
              </a:ext>
            </a:extLst>
          </p:cNvPr>
          <p:cNvSpPr>
            <a:spLocks noGrp="1"/>
          </p:cNvSpPr>
          <p:nvPr/>
        </p:nvSpPr>
        <p:spPr>
          <a:xfrm>
            <a:off x="4799579" y="4016388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846D0E-44BC-CA5F-68A7-4333F05A0CE6}"/>
              </a:ext>
            </a:extLst>
          </p:cNvPr>
          <p:cNvSpPr>
            <a:spLocks noGrp="1"/>
          </p:cNvSpPr>
          <p:nvPr/>
        </p:nvSpPr>
        <p:spPr>
          <a:xfrm>
            <a:off x="5304406" y="3812522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PT(IKL)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191D2E-C8D0-ABD3-2714-887A463756F4}"/>
              </a:ext>
            </a:extLst>
          </p:cNvPr>
          <p:cNvSpPr>
            <a:spLocks noGrp="1"/>
          </p:cNvSpPr>
          <p:nvPr/>
        </p:nvSpPr>
        <p:spPr>
          <a:xfrm>
            <a:off x="5218679" y="4197363"/>
            <a:ext cx="18262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Jana Resit Rasmi &amp; </a:t>
            </a:r>
            <a:r>
              <a:rPr lang="en-MY" sz="1400" b="1" dirty="0" err="1"/>
              <a:t>Lesen</a:t>
            </a:r>
            <a:r>
              <a:rPr lang="en-MY" sz="1400" b="1" dirty="0"/>
              <a:t> </a:t>
            </a:r>
            <a:r>
              <a:rPr lang="en-MY" sz="1400" b="1" dirty="0" err="1"/>
              <a:t>Iklan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2C26A99-258D-FB99-E31C-B233E9CF85A1}"/>
              </a:ext>
            </a:extLst>
          </p:cNvPr>
          <p:cNvSpPr>
            <a:spLocks noGrp="1"/>
          </p:cNvSpPr>
          <p:nvPr/>
        </p:nvSpPr>
        <p:spPr>
          <a:xfrm>
            <a:off x="5218679" y="4744132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Menjana</a:t>
            </a:r>
            <a:r>
              <a:rPr lang="en-MY" sz="1400" dirty="0"/>
              <a:t> resit </a:t>
            </a:r>
            <a:r>
              <a:rPr lang="en-MY" sz="1400" dirty="0" err="1"/>
              <a:t>rasmi</a:t>
            </a:r>
            <a:r>
              <a:rPr lang="en-MY" sz="1400" dirty="0"/>
              <a:t> dan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 </a:t>
            </a:r>
            <a:r>
              <a:rPr lang="en-MY" sz="1400" dirty="0" err="1"/>
              <a:t>selepas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 </a:t>
            </a:r>
            <a:r>
              <a:rPr lang="en-MY" sz="1400" dirty="0" err="1"/>
              <a:t>disahkan</a:t>
            </a:r>
            <a:r>
              <a:rPr lang="en-MY" sz="1400" dirty="0"/>
              <a:t> </a:t>
            </a:r>
            <a:r>
              <a:rPr lang="en-MY" sz="1400" dirty="0" err="1"/>
              <a:t>untuk</a:t>
            </a:r>
            <a:r>
              <a:rPr lang="en-MY" sz="1400" dirty="0"/>
              <a:t> </a:t>
            </a:r>
            <a:r>
              <a:rPr lang="en-MY" sz="1400" dirty="0" err="1"/>
              <a:t>pembaharuan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249E06-D277-F186-9177-A46A96DD6CCB}"/>
              </a:ext>
            </a:extLst>
          </p:cNvPr>
          <p:cNvSpPr>
            <a:spLocks noGrp="1"/>
          </p:cNvSpPr>
          <p:nvPr/>
        </p:nvSpPr>
        <p:spPr>
          <a:xfrm>
            <a:off x="8454524" y="4130688"/>
            <a:ext cx="20002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AA72867-B936-6FD6-F73A-45DA9337BBD0}"/>
              </a:ext>
            </a:extLst>
          </p:cNvPr>
          <p:cNvSpPr>
            <a:spLocks noGrp="1"/>
          </p:cNvSpPr>
          <p:nvPr/>
        </p:nvSpPr>
        <p:spPr>
          <a:xfrm>
            <a:off x="8264024" y="3940188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B5C24E-B51D-2A02-C12B-4FEC36B0C86B}"/>
              </a:ext>
            </a:extLst>
          </p:cNvPr>
          <p:cNvSpPr>
            <a:spLocks noGrp="1"/>
          </p:cNvSpPr>
          <p:nvPr/>
        </p:nvSpPr>
        <p:spPr>
          <a:xfrm>
            <a:off x="8264024" y="4025913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rgbClr val="FFFFFF"/>
                </a:solidFill>
              </a:rPr>
              <a:t>6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763D5A-6785-A0DB-C55E-BBCD7A1600DC}"/>
              </a:ext>
            </a:extLst>
          </p:cNvPr>
          <p:cNvSpPr>
            <a:spLocks noGrp="1"/>
          </p:cNvSpPr>
          <p:nvPr/>
        </p:nvSpPr>
        <p:spPr>
          <a:xfrm>
            <a:off x="8768851" y="3822047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8E089D-C349-F871-FFBB-2BE725D096D0}"/>
              </a:ext>
            </a:extLst>
          </p:cNvPr>
          <p:cNvSpPr>
            <a:spLocks noGrp="1"/>
          </p:cNvSpPr>
          <p:nvPr/>
        </p:nvSpPr>
        <p:spPr>
          <a:xfrm>
            <a:off x="8683124" y="4206888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Muat Turun QR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DC01B5-A1EC-FE41-08E4-291EE4D6286F}"/>
              </a:ext>
            </a:extLst>
          </p:cNvPr>
          <p:cNvSpPr>
            <a:spLocks noGrp="1"/>
          </p:cNvSpPr>
          <p:nvPr/>
        </p:nvSpPr>
        <p:spPr>
          <a:xfrm>
            <a:off x="8683124" y="4511688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Memuat</a:t>
            </a:r>
            <a:r>
              <a:rPr lang="en-MY" sz="1400" dirty="0"/>
              <a:t> </a:t>
            </a:r>
            <a:r>
              <a:rPr lang="en-MY" sz="1400" dirty="0" err="1"/>
              <a:t>turun</a:t>
            </a:r>
            <a:r>
              <a:rPr lang="en-MY" sz="1400" dirty="0"/>
              <a:t> QR e-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selepas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dikeluarkan</a:t>
            </a:r>
            <a:r>
              <a:rPr lang="en-MY" sz="1400" dirty="0"/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28E73-E082-96E8-A692-A53C0EBAE6C5}"/>
              </a:ext>
            </a:extLst>
          </p:cNvPr>
          <p:cNvSpPr>
            <a:spLocks noGrp="1"/>
          </p:cNvSpPr>
          <p:nvPr/>
        </p:nvSpPr>
        <p:spPr>
          <a:xfrm>
            <a:off x="609600" y="7132"/>
            <a:ext cx="10001250" cy="492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850" b="1" dirty="0" err="1"/>
              <a:t>Aliran</a:t>
            </a:r>
            <a:r>
              <a:rPr lang="en-MY" sz="2850" b="1" dirty="0"/>
              <a:t> </a:t>
            </a:r>
            <a:r>
              <a:rPr lang="en-MY" sz="2850" b="1" dirty="0" err="1"/>
              <a:t>Sistem</a:t>
            </a:r>
            <a:r>
              <a:rPr lang="en-MY" sz="2850" b="1" dirty="0"/>
              <a:t> dan </a:t>
            </a:r>
            <a:r>
              <a:rPr lang="en-MY" sz="2850" b="1" dirty="0" err="1"/>
              <a:t>Peranan</a:t>
            </a:r>
            <a:r>
              <a:rPr lang="en-MY" sz="2850" b="1" dirty="0"/>
              <a:t> </a:t>
            </a:r>
            <a:r>
              <a:rPr lang="en-MY" sz="2850" b="1" dirty="0" err="1"/>
              <a:t>Pengguna</a:t>
            </a:r>
            <a:r>
              <a:rPr lang="en-MY" sz="2850" b="1" dirty="0"/>
              <a:t> </a:t>
            </a:r>
            <a:r>
              <a:rPr lang="en-MY" sz="2800" b="1" dirty="0"/>
              <a:t>[</a:t>
            </a:r>
            <a:r>
              <a:rPr lang="en-MY" sz="2800" b="1" i="1" dirty="0"/>
              <a:t>End-to-end</a:t>
            </a:r>
            <a:r>
              <a:rPr lang="en-MY" sz="2800" b="1" dirty="0"/>
              <a:t>] </a:t>
            </a:r>
            <a:endParaRPr sz="2600" b="1" i="0" dirty="0">
              <a:solidFill>
                <a:srgbClr val="071527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455617-9C8E-8927-2549-6A2961AC4BAA}"/>
              </a:ext>
            </a:extLst>
          </p:cNvPr>
          <p:cNvSpPr>
            <a:spLocks noGrp="1"/>
          </p:cNvSpPr>
          <p:nvPr/>
        </p:nvSpPr>
        <p:spPr>
          <a:xfrm>
            <a:off x="514350" y="439065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4BD4948-7791-0B49-865D-CF1918655993}"/>
              </a:ext>
            </a:extLst>
          </p:cNvPr>
          <p:cNvSpPr>
            <a:spLocks noGrp="1"/>
          </p:cNvSpPr>
          <p:nvPr/>
        </p:nvSpPr>
        <p:spPr>
          <a:xfrm>
            <a:off x="1525634" y="4120234"/>
            <a:ext cx="2000250" cy="28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0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5ECC9D66-BF6F-ADCA-F988-F5DDDE14099C}"/>
              </a:ext>
            </a:extLst>
          </p:cNvPr>
          <p:cNvSpPr>
            <a:spLocks noGrp="1"/>
          </p:cNvSpPr>
          <p:nvPr/>
        </p:nvSpPr>
        <p:spPr>
          <a:xfrm>
            <a:off x="1335134" y="3929734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32A1FC3-2336-1750-D9BF-CD98041D2A62}"/>
              </a:ext>
            </a:extLst>
          </p:cNvPr>
          <p:cNvSpPr>
            <a:spLocks noGrp="1"/>
          </p:cNvSpPr>
          <p:nvPr/>
        </p:nvSpPr>
        <p:spPr>
          <a:xfrm>
            <a:off x="1335134" y="401545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BA652C1-4551-995F-4C88-91C10ED97A2F}"/>
              </a:ext>
            </a:extLst>
          </p:cNvPr>
          <p:cNvSpPr>
            <a:spLocks noGrp="1"/>
          </p:cNvSpPr>
          <p:nvPr/>
        </p:nvSpPr>
        <p:spPr>
          <a:xfrm>
            <a:off x="1839961" y="3834486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>
                <a:solidFill>
                  <a:srgbClr val="071527"/>
                </a:solidFill>
              </a:rPr>
              <a:t>FIN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E9F5F59-A2EA-C9DF-4E10-1D04764A4BBA}"/>
              </a:ext>
            </a:extLst>
          </p:cNvPr>
          <p:cNvSpPr>
            <a:spLocks noGrp="1"/>
          </p:cNvSpPr>
          <p:nvPr/>
        </p:nvSpPr>
        <p:spPr>
          <a:xfrm>
            <a:off x="1754234" y="419643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Verifikasi</a:t>
            </a:r>
            <a:r>
              <a:rPr lang="en-MY" sz="1400" b="1" dirty="0"/>
              <a:t> </a:t>
            </a:r>
            <a:r>
              <a:rPr lang="en-MY" sz="1400" b="1" dirty="0" err="1"/>
              <a:t>Bayaran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6F4B7BC-9482-F644-C36A-8729E38499F7}"/>
              </a:ext>
            </a:extLst>
          </p:cNvPr>
          <p:cNvSpPr>
            <a:spLocks noGrp="1"/>
          </p:cNvSpPr>
          <p:nvPr/>
        </p:nvSpPr>
        <p:spPr>
          <a:xfrm>
            <a:off x="1754234" y="450123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nb-NO" sz="1400" dirty="0"/>
              <a:t>Menyemak dan mengesahkan bukti resit bayaran.</a:t>
            </a:r>
            <a:endParaRPr lang="en-MY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226528-F7BB-92F9-A0C8-F4B77E279ADD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lang="en-MY" sz="975" b="1" i="0" dirty="0">
                <a:solidFill>
                  <a:srgbClr val="4F627A"/>
                </a:solidFill>
              </a:rPr>
              <a:t>29</a:t>
            </a:r>
            <a:endParaRPr sz="975" b="1" i="0" dirty="0">
              <a:solidFill>
                <a:srgbClr val="4F627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987AB9-BCE9-FAC4-6F5E-BDD1BBC0CBF8}"/>
              </a:ext>
            </a:extLst>
          </p:cNvPr>
          <p:cNvSpPr>
            <a:spLocks noGrp="1"/>
          </p:cNvSpPr>
          <p:nvPr/>
        </p:nvSpPr>
        <p:spPr>
          <a:xfrm>
            <a:off x="4990078" y="1607474"/>
            <a:ext cx="2000250" cy="2857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0A47832-BC4D-E305-894E-81C65142428E}"/>
              </a:ext>
            </a:extLst>
          </p:cNvPr>
          <p:cNvSpPr>
            <a:spLocks noGrp="1"/>
          </p:cNvSpPr>
          <p:nvPr/>
        </p:nvSpPr>
        <p:spPr>
          <a:xfrm>
            <a:off x="4799578" y="1416974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845464-486F-A610-1CD9-12C05CEBBEFC}"/>
              </a:ext>
            </a:extLst>
          </p:cNvPr>
          <p:cNvSpPr>
            <a:spLocks noGrp="1"/>
          </p:cNvSpPr>
          <p:nvPr/>
        </p:nvSpPr>
        <p:spPr>
          <a:xfrm>
            <a:off x="4799578" y="150269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2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7DB0E9-1FAA-F6C1-E74D-40F93E349EB1}"/>
              </a:ext>
            </a:extLst>
          </p:cNvPr>
          <p:cNvSpPr>
            <a:spLocks noGrp="1"/>
          </p:cNvSpPr>
          <p:nvPr/>
        </p:nvSpPr>
        <p:spPr>
          <a:xfrm>
            <a:off x="5304405" y="1321726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KB(LES)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B737D5-5DCF-6509-18D5-81369298C41D}"/>
              </a:ext>
            </a:extLst>
          </p:cNvPr>
          <p:cNvSpPr>
            <a:spLocks noGrp="1"/>
          </p:cNvSpPr>
          <p:nvPr/>
        </p:nvSpPr>
        <p:spPr>
          <a:xfrm>
            <a:off x="5218678" y="168367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Sokongan</a:t>
            </a:r>
            <a:r>
              <a:rPr lang="en-MY" sz="1400" b="1" dirty="0"/>
              <a:t> Unit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C7A70F-7F37-5675-C09F-1A7656062E12}"/>
              </a:ext>
            </a:extLst>
          </p:cNvPr>
          <p:cNvSpPr>
            <a:spLocks noGrp="1"/>
          </p:cNvSpPr>
          <p:nvPr/>
        </p:nvSpPr>
        <p:spPr>
          <a:xfrm>
            <a:off x="5218678" y="198847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sv-SE" sz="1400" dirty="0"/>
              <a:t>Mengesahkan surat peringatan pembaharuan pertama.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B41CCA-BB4D-062E-7D80-ECBB620EA8BF}"/>
              </a:ext>
            </a:extLst>
          </p:cNvPr>
          <p:cNvSpPr>
            <a:spLocks noGrp="1"/>
          </p:cNvSpPr>
          <p:nvPr/>
        </p:nvSpPr>
        <p:spPr>
          <a:xfrm>
            <a:off x="1525635" y="1613864"/>
            <a:ext cx="2000250" cy="28575"/>
          </a:xfrm>
          <a:prstGeom prst="rect">
            <a:avLst/>
          </a:prstGeom>
          <a:solidFill>
            <a:srgbClr val="FFFF00"/>
          </a:solidFill>
          <a:ln w="0">
            <a:noFill/>
            <a:prstDash val="solid"/>
          </a:ln>
        </p:spPr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AEDE39F-77E4-5038-6203-4A3058925EAF}"/>
              </a:ext>
            </a:extLst>
          </p:cNvPr>
          <p:cNvSpPr>
            <a:spLocks noGrp="1"/>
          </p:cNvSpPr>
          <p:nvPr/>
        </p:nvSpPr>
        <p:spPr>
          <a:xfrm>
            <a:off x="1335135" y="1423364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00"/>
          </a:solidFill>
          <a:ln w="9525">
            <a:solidFill>
              <a:srgbClr val="FFFF00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B197F8-ED16-B64C-E031-0E88B4575E7D}"/>
              </a:ext>
            </a:extLst>
          </p:cNvPr>
          <p:cNvSpPr>
            <a:spLocks noGrp="1"/>
          </p:cNvSpPr>
          <p:nvPr/>
        </p:nvSpPr>
        <p:spPr>
          <a:xfrm>
            <a:off x="1335135" y="150908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0EBF4B-A471-881C-160E-D6C105632E48}"/>
              </a:ext>
            </a:extLst>
          </p:cNvPr>
          <p:cNvSpPr>
            <a:spLocks noGrp="1"/>
          </p:cNvSpPr>
          <p:nvPr/>
        </p:nvSpPr>
        <p:spPr>
          <a:xfrm>
            <a:off x="1839962" y="1321587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PT(IKL)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7E683C-BCC1-A268-EBC3-B735141F3CA7}"/>
              </a:ext>
            </a:extLst>
          </p:cNvPr>
          <p:cNvSpPr>
            <a:spLocks noGrp="1"/>
          </p:cNvSpPr>
          <p:nvPr/>
        </p:nvSpPr>
        <p:spPr>
          <a:xfrm>
            <a:off x="1754235" y="2211935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Menjana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surat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peringatan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pembaharuan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pertama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sebelum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expired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dalam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masa 3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bulan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972BB2-78FC-AE3E-1566-1E3875485817}"/>
              </a:ext>
            </a:extLst>
          </p:cNvPr>
          <p:cNvSpPr>
            <a:spLocks noGrp="1"/>
          </p:cNvSpPr>
          <p:nvPr/>
        </p:nvSpPr>
        <p:spPr>
          <a:xfrm>
            <a:off x="1744709" y="1679857"/>
            <a:ext cx="228599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Jana Surat </a:t>
            </a:r>
            <a:r>
              <a:rPr lang="en-MY" sz="1400" b="1" dirty="0" err="1"/>
              <a:t>Peringatan</a:t>
            </a:r>
            <a:r>
              <a:rPr lang="en-MY" sz="1400" b="1" dirty="0"/>
              <a:t> </a:t>
            </a:r>
            <a:r>
              <a:rPr lang="en-MY" sz="1400" b="1" dirty="0" err="1"/>
              <a:t>Pembaharuan</a:t>
            </a:r>
            <a:r>
              <a:rPr lang="en-MY" sz="1400" b="1" dirty="0"/>
              <a:t> </a:t>
            </a:r>
            <a:r>
              <a:rPr lang="en-MY" sz="1400" b="1" dirty="0" err="1"/>
              <a:t>Pertama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20CFE9E-BFA9-A4B6-3836-CE1A2ABCFED8}"/>
              </a:ext>
            </a:extLst>
          </p:cNvPr>
          <p:cNvSpPr>
            <a:spLocks noGrp="1"/>
          </p:cNvSpPr>
          <p:nvPr/>
        </p:nvSpPr>
        <p:spPr>
          <a:xfrm>
            <a:off x="8454521" y="1607474"/>
            <a:ext cx="20002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D6BFC8F-84A3-FEF0-2FB4-C0237291BF61}"/>
              </a:ext>
            </a:extLst>
          </p:cNvPr>
          <p:cNvSpPr>
            <a:spLocks noGrp="1"/>
          </p:cNvSpPr>
          <p:nvPr/>
        </p:nvSpPr>
        <p:spPr>
          <a:xfrm>
            <a:off x="8264021" y="1416974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6D27029-E81F-63B4-F066-093C9D9541ED}"/>
              </a:ext>
            </a:extLst>
          </p:cNvPr>
          <p:cNvSpPr>
            <a:spLocks noGrp="1"/>
          </p:cNvSpPr>
          <p:nvPr/>
        </p:nvSpPr>
        <p:spPr>
          <a:xfrm>
            <a:off x="8264021" y="150269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3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359D17B-E363-BACE-9AD1-59B6F9503691}"/>
              </a:ext>
            </a:extLst>
          </p:cNvPr>
          <p:cNvSpPr>
            <a:spLocks noGrp="1"/>
          </p:cNvSpPr>
          <p:nvPr/>
        </p:nvSpPr>
        <p:spPr>
          <a:xfrm>
            <a:off x="8768848" y="1298833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36EDCC6-44DF-8AE9-36B1-59DC6D8276F3}"/>
              </a:ext>
            </a:extLst>
          </p:cNvPr>
          <p:cNvSpPr>
            <a:spLocks noGrp="1"/>
          </p:cNvSpPr>
          <p:nvPr/>
        </p:nvSpPr>
        <p:spPr>
          <a:xfrm>
            <a:off x="8683121" y="168367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Bayaran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7410456-FC6D-CFA0-7B2F-F628B07AC708}"/>
              </a:ext>
            </a:extLst>
          </p:cNvPr>
          <p:cNvSpPr>
            <a:spLocks noGrp="1"/>
          </p:cNvSpPr>
          <p:nvPr/>
        </p:nvSpPr>
        <p:spPr>
          <a:xfrm>
            <a:off x="8683121" y="198847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/>
              <a:t>Membuat </a:t>
            </a:r>
            <a:r>
              <a:rPr lang="en-MY" sz="1400" dirty="0" err="1"/>
              <a:t>bayaran</a:t>
            </a:r>
            <a:r>
              <a:rPr lang="en-MY" sz="1400" dirty="0"/>
              <a:t> </a:t>
            </a:r>
            <a:r>
              <a:rPr lang="en-MY" sz="1400" dirty="0" err="1"/>
              <a:t>pembaharuan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 dan </a:t>
            </a:r>
            <a:r>
              <a:rPr lang="en-MY" sz="1400" dirty="0" err="1"/>
              <a:t>memuat</a:t>
            </a:r>
            <a:r>
              <a:rPr lang="en-MY" sz="1400" dirty="0"/>
              <a:t> naik </a:t>
            </a:r>
            <a:r>
              <a:rPr lang="en-MY" sz="1400" dirty="0" err="1"/>
              <a:t>bukti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66FE272-CA3C-CB95-DEF7-ACFC73D48DD5}"/>
              </a:ext>
            </a:extLst>
          </p:cNvPr>
          <p:cNvSpPr>
            <a:spLocks noGrp="1"/>
          </p:cNvSpPr>
          <p:nvPr/>
        </p:nvSpPr>
        <p:spPr>
          <a:xfrm>
            <a:off x="609600" y="690226"/>
            <a:ext cx="10001250" cy="492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000" b="1" dirty="0" err="1"/>
              <a:t>Pembaharuan</a:t>
            </a:r>
            <a:r>
              <a:rPr lang="en-MY" sz="2000" b="1" dirty="0"/>
              <a:t> </a:t>
            </a:r>
            <a:r>
              <a:rPr lang="en-MY" sz="2000" b="1" dirty="0" err="1"/>
              <a:t>Lesen</a:t>
            </a:r>
            <a:r>
              <a:rPr lang="en-MY" sz="2000" b="1" dirty="0"/>
              <a:t> </a:t>
            </a:r>
            <a:r>
              <a:rPr lang="en-MY" sz="2000" b="1" dirty="0" err="1"/>
              <a:t>Iklan</a:t>
            </a:r>
            <a:r>
              <a:rPr lang="en-MY" sz="2000" b="1" dirty="0"/>
              <a:t> (</a:t>
            </a:r>
            <a:r>
              <a:rPr lang="en-MY" sz="2000" b="1" dirty="0" err="1"/>
              <a:t>Peringatan</a:t>
            </a:r>
            <a:r>
              <a:rPr lang="en-MY" sz="2000" b="1" dirty="0"/>
              <a:t> </a:t>
            </a:r>
            <a:r>
              <a:rPr lang="en-MY" sz="2000" b="1" dirty="0" err="1"/>
              <a:t>Pertama</a:t>
            </a:r>
            <a:r>
              <a:rPr lang="en-MY" sz="2000" b="1" dirty="0"/>
              <a:t>)</a:t>
            </a:r>
            <a:endParaRPr b="1" i="0" dirty="0">
              <a:solidFill>
                <a:srgbClr val="0715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043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AC079B-7AAB-CA54-FFBE-14F06954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9B36934-4382-8322-68EA-E763BD07F4D2}"/>
              </a:ext>
            </a:extLst>
          </p:cNvPr>
          <p:cNvSpPr>
            <a:spLocks noGrp="1"/>
          </p:cNvSpPr>
          <p:nvPr/>
        </p:nvSpPr>
        <p:spPr>
          <a:xfrm>
            <a:off x="4990079" y="4121163"/>
            <a:ext cx="2000250" cy="28575"/>
          </a:xfrm>
          <a:prstGeom prst="rect">
            <a:avLst/>
          </a:prstGeom>
          <a:solidFill>
            <a:srgbClr val="FFFF00"/>
          </a:solidFill>
          <a:ln w="0">
            <a:solidFill>
              <a:srgbClr val="FFFF00"/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FE780C1-A289-A8AF-D61C-3C4449A16590}"/>
              </a:ext>
            </a:extLst>
          </p:cNvPr>
          <p:cNvSpPr>
            <a:spLocks noGrp="1"/>
          </p:cNvSpPr>
          <p:nvPr/>
        </p:nvSpPr>
        <p:spPr>
          <a:xfrm>
            <a:off x="4799579" y="3930663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00"/>
          </a:solidFill>
          <a:ln w="9525">
            <a:solidFill>
              <a:srgbClr val="FFFF0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F30F7C-D3F0-F804-2FFC-8CEDF7E9A81B}"/>
              </a:ext>
            </a:extLst>
          </p:cNvPr>
          <p:cNvSpPr>
            <a:spLocks noGrp="1"/>
          </p:cNvSpPr>
          <p:nvPr/>
        </p:nvSpPr>
        <p:spPr>
          <a:xfrm>
            <a:off x="4799579" y="4016388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6D9F83-F537-6B66-16BB-2AE79BB414C8}"/>
              </a:ext>
            </a:extLst>
          </p:cNvPr>
          <p:cNvSpPr>
            <a:spLocks noGrp="1"/>
          </p:cNvSpPr>
          <p:nvPr/>
        </p:nvSpPr>
        <p:spPr>
          <a:xfrm>
            <a:off x="5304406" y="3812522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PT(IKL)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C43D88-B0DE-3AF0-C3C0-A66C8C46FDF1}"/>
              </a:ext>
            </a:extLst>
          </p:cNvPr>
          <p:cNvSpPr>
            <a:spLocks noGrp="1"/>
          </p:cNvSpPr>
          <p:nvPr/>
        </p:nvSpPr>
        <p:spPr>
          <a:xfrm>
            <a:off x="5218679" y="4197363"/>
            <a:ext cx="18262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Jana Resit Rasmi &amp; </a:t>
            </a:r>
            <a:r>
              <a:rPr lang="en-MY" sz="1400" b="1" dirty="0" err="1"/>
              <a:t>Lesen</a:t>
            </a:r>
            <a:r>
              <a:rPr lang="en-MY" sz="1400" b="1" dirty="0"/>
              <a:t> </a:t>
            </a:r>
            <a:r>
              <a:rPr lang="en-MY" sz="1400" b="1" dirty="0" err="1"/>
              <a:t>Iklan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AA74B4C-7438-27A3-B4B4-B4A915D5C110}"/>
              </a:ext>
            </a:extLst>
          </p:cNvPr>
          <p:cNvSpPr>
            <a:spLocks noGrp="1"/>
          </p:cNvSpPr>
          <p:nvPr/>
        </p:nvSpPr>
        <p:spPr>
          <a:xfrm>
            <a:off x="5218679" y="4744132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Menjana</a:t>
            </a:r>
            <a:r>
              <a:rPr lang="en-MY" sz="1400" dirty="0"/>
              <a:t> resit </a:t>
            </a:r>
            <a:r>
              <a:rPr lang="en-MY" sz="1400" dirty="0" err="1"/>
              <a:t>rasmi</a:t>
            </a:r>
            <a:r>
              <a:rPr lang="en-MY" sz="1400" dirty="0"/>
              <a:t> dan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 </a:t>
            </a:r>
            <a:r>
              <a:rPr lang="en-MY" sz="1400" dirty="0" err="1"/>
              <a:t>selepas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 </a:t>
            </a:r>
            <a:r>
              <a:rPr lang="en-MY" sz="1400" dirty="0" err="1"/>
              <a:t>disahkan</a:t>
            </a:r>
            <a:r>
              <a:rPr lang="en-MY" sz="1400" dirty="0"/>
              <a:t> </a:t>
            </a:r>
            <a:r>
              <a:rPr lang="en-MY" sz="1400" dirty="0" err="1"/>
              <a:t>untuk</a:t>
            </a:r>
            <a:r>
              <a:rPr lang="en-MY" sz="1400" dirty="0"/>
              <a:t> </a:t>
            </a:r>
            <a:r>
              <a:rPr lang="en-MY" sz="1400" dirty="0" err="1"/>
              <a:t>pembaharuan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2B79FE-CB51-F04C-A4B3-66E77DA3FE93}"/>
              </a:ext>
            </a:extLst>
          </p:cNvPr>
          <p:cNvSpPr>
            <a:spLocks noGrp="1"/>
          </p:cNvSpPr>
          <p:nvPr/>
        </p:nvSpPr>
        <p:spPr>
          <a:xfrm>
            <a:off x="8454524" y="4130688"/>
            <a:ext cx="20002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617D24-A258-55ED-DACE-4D8FE3C3899B}"/>
              </a:ext>
            </a:extLst>
          </p:cNvPr>
          <p:cNvSpPr>
            <a:spLocks noGrp="1"/>
          </p:cNvSpPr>
          <p:nvPr/>
        </p:nvSpPr>
        <p:spPr>
          <a:xfrm>
            <a:off x="8264024" y="3940188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B5DCA5-3013-404C-9B02-76F931EA4BF8}"/>
              </a:ext>
            </a:extLst>
          </p:cNvPr>
          <p:cNvSpPr>
            <a:spLocks noGrp="1"/>
          </p:cNvSpPr>
          <p:nvPr/>
        </p:nvSpPr>
        <p:spPr>
          <a:xfrm>
            <a:off x="8264024" y="4025913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rgbClr val="FFFFFF"/>
                </a:solidFill>
              </a:rPr>
              <a:t>6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8CB355-84AC-322A-512B-BE8C4D558E00}"/>
              </a:ext>
            </a:extLst>
          </p:cNvPr>
          <p:cNvSpPr>
            <a:spLocks noGrp="1"/>
          </p:cNvSpPr>
          <p:nvPr/>
        </p:nvSpPr>
        <p:spPr>
          <a:xfrm>
            <a:off x="8768851" y="3822047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077EBC-9C2A-A065-E76B-84B25DC671A5}"/>
              </a:ext>
            </a:extLst>
          </p:cNvPr>
          <p:cNvSpPr>
            <a:spLocks noGrp="1"/>
          </p:cNvSpPr>
          <p:nvPr/>
        </p:nvSpPr>
        <p:spPr>
          <a:xfrm>
            <a:off x="8683124" y="4206888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Muat Turun QR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021F4E-6F49-26C5-16DE-494447B1492D}"/>
              </a:ext>
            </a:extLst>
          </p:cNvPr>
          <p:cNvSpPr>
            <a:spLocks noGrp="1"/>
          </p:cNvSpPr>
          <p:nvPr/>
        </p:nvSpPr>
        <p:spPr>
          <a:xfrm>
            <a:off x="8683124" y="4511688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Memuat</a:t>
            </a:r>
            <a:r>
              <a:rPr lang="en-MY" sz="1400" dirty="0"/>
              <a:t> </a:t>
            </a:r>
            <a:r>
              <a:rPr lang="en-MY" sz="1400" dirty="0" err="1"/>
              <a:t>turun</a:t>
            </a:r>
            <a:r>
              <a:rPr lang="en-MY" sz="1400" dirty="0"/>
              <a:t> QR e-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selepas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dikeluarkan</a:t>
            </a:r>
            <a:r>
              <a:rPr lang="en-MY" sz="1400" dirty="0"/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7AAA68-B1AD-9304-69C7-F0F05EFFC368}"/>
              </a:ext>
            </a:extLst>
          </p:cNvPr>
          <p:cNvSpPr>
            <a:spLocks noGrp="1"/>
          </p:cNvSpPr>
          <p:nvPr/>
        </p:nvSpPr>
        <p:spPr>
          <a:xfrm>
            <a:off x="609600" y="7132"/>
            <a:ext cx="10001250" cy="492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850" b="1" dirty="0" err="1"/>
              <a:t>Aliran</a:t>
            </a:r>
            <a:r>
              <a:rPr lang="en-MY" sz="2850" b="1" dirty="0"/>
              <a:t> </a:t>
            </a:r>
            <a:r>
              <a:rPr lang="en-MY" sz="2850" b="1" dirty="0" err="1"/>
              <a:t>Sistem</a:t>
            </a:r>
            <a:r>
              <a:rPr lang="en-MY" sz="2850" b="1" dirty="0"/>
              <a:t> dan </a:t>
            </a:r>
            <a:r>
              <a:rPr lang="en-MY" sz="2850" b="1" dirty="0" err="1"/>
              <a:t>Peranan</a:t>
            </a:r>
            <a:r>
              <a:rPr lang="en-MY" sz="2850" b="1" dirty="0"/>
              <a:t> </a:t>
            </a:r>
            <a:r>
              <a:rPr lang="en-MY" sz="2850" b="1" dirty="0" err="1"/>
              <a:t>Pengguna</a:t>
            </a:r>
            <a:r>
              <a:rPr lang="en-MY" sz="2850" b="1" dirty="0"/>
              <a:t> </a:t>
            </a:r>
            <a:r>
              <a:rPr lang="en-MY" sz="2800" b="1" dirty="0"/>
              <a:t>[</a:t>
            </a:r>
            <a:r>
              <a:rPr lang="en-MY" sz="2800" b="1" i="1" dirty="0"/>
              <a:t>End-to-end</a:t>
            </a:r>
            <a:r>
              <a:rPr lang="en-MY" sz="2800" b="1" dirty="0"/>
              <a:t>] </a:t>
            </a:r>
            <a:endParaRPr sz="2600" b="1" i="0" dirty="0">
              <a:solidFill>
                <a:srgbClr val="071527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0141CB-872E-BD8C-4C00-5522DB95988D}"/>
              </a:ext>
            </a:extLst>
          </p:cNvPr>
          <p:cNvSpPr>
            <a:spLocks noGrp="1"/>
          </p:cNvSpPr>
          <p:nvPr/>
        </p:nvSpPr>
        <p:spPr>
          <a:xfrm>
            <a:off x="514350" y="439065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8DDDCC3-F7E8-3F15-2983-48B3DF2D5D85}"/>
              </a:ext>
            </a:extLst>
          </p:cNvPr>
          <p:cNvSpPr>
            <a:spLocks noGrp="1"/>
          </p:cNvSpPr>
          <p:nvPr/>
        </p:nvSpPr>
        <p:spPr>
          <a:xfrm>
            <a:off x="1525634" y="4120234"/>
            <a:ext cx="2000250" cy="28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0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94F7A23-3837-D191-502C-38555A4CAF61}"/>
              </a:ext>
            </a:extLst>
          </p:cNvPr>
          <p:cNvSpPr>
            <a:spLocks noGrp="1"/>
          </p:cNvSpPr>
          <p:nvPr/>
        </p:nvSpPr>
        <p:spPr>
          <a:xfrm>
            <a:off x="1335134" y="3929734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0EBEF2B-D13F-8CD6-2CC9-A0F7E82E48C4}"/>
              </a:ext>
            </a:extLst>
          </p:cNvPr>
          <p:cNvSpPr>
            <a:spLocks noGrp="1"/>
          </p:cNvSpPr>
          <p:nvPr/>
        </p:nvSpPr>
        <p:spPr>
          <a:xfrm>
            <a:off x="1335134" y="401545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304654E-EA64-1F10-C03B-65815C9A6517}"/>
              </a:ext>
            </a:extLst>
          </p:cNvPr>
          <p:cNvSpPr>
            <a:spLocks noGrp="1"/>
          </p:cNvSpPr>
          <p:nvPr/>
        </p:nvSpPr>
        <p:spPr>
          <a:xfrm>
            <a:off x="1839961" y="3834486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>
                <a:solidFill>
                  <a:srgbClr val="071527"/>
                </a:solidFill>
              </a:rPr>
              <a:t>FIN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DB26B0C-8498-FE2A-9E10-BDCFF0E017AA}"/>
              </a:ext>
            </a:extLst>
          </p:cNvPr>
          <p:cNvSpPr>
            <a:spLocks noGrp="1"/>
          </p:cNvSpPr>
          <p:nvPr/>
        </p:nvSpPr>
        <p:spPr>
          <a:xfrm>
            <a:off x="1754234" y="419643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Verifikasi</a:t>
            </a:r>
            <a:r>
              <a:rPr lang="en-MY" sz="1400" b="1" dirty="0"/>
              <a:t> </a:t>
            </a:r>
            <a:r>
              <a:rPr lang="en-MY" sz="1400" b="1" dirty="0" err="1"/>
              <a:t>Bayaran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22E1F7A-7A29-C8B9-7091-19D18BDD36B7}"/>
              </a:ext>
            </a:extLst>
          </p:cNvPr>
          <p:cNvSpPr>
            <a:spLocks noGrp="1"/>
          </p:cNvSpPr>
          <p:nvPr/>
        </p:nvSpPr>
        <p:spPr>
          <a:xfrm>
            <a:off x="1754234" y="450123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nb-NO" sz="1400" dirty="0"/>
              <a:t>Menyemak dan mengesahkan bukti resit bayaran.</a:t>
            </a:r>
            <a:endParaRPr lang="en-MY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628628-BBB4-7BE7-F62B-168F3AA181F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lang="en-MY" sz="975" b="1" i="0" dirty="0">
                <a:solidFill>
                  <a:srgbClr val="4F627A"/>
                </a:solidFill>
              </a:rPr>
              <a:t>29</a:t>
            </a:r>
            <a:endParaRPr sz="975" b="1" i="0" dirty="0">
              <a:solidFill>
                <a:srgbClr val="4F627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3FCEE3-E499-7624-C289-DDB5EA3C8937}"/>
              </a:ext>
            </a:extLst>
          </p:cNvPr>
          <p:cNvSpPr>
            <a:spLocks noGrp="1"/>
          </p:cNvSpPr>
          <p:nvPr/>
        </p:nvSpPr>
        <p:spPr>
          <a:xfrm>
            <a:off x="4990078" y="1607474"/>
            <a:ext cx="2000250" cy="2857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D887CD6-E424-8B07-8168-0C4DE38CB924}"/>
              </a:ext>
            </a:extLst>
          </p:cNvPr>
          <p:cNvSpPr>
            <a:spLocks noGrp="1"/>
          </p:cNvSpPr>
          <p:nvPr/>
        </p:nvSpPr>
        <p:spPr>
          <a:xfrm>
            <a:off x="4799578" y="1416974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589FE6-2342-491A-A824-45A35A7F23D9}"/>
              </a:ext>
            </a:extLst>
          </p:cNvPr>
          <p:cNvSpPr>
            <a:spLocks noGrp="1"/>
          </p:cNvSpPr>
          <p:nvPr/>
        </p:nvSpPr>
        <p:spPr>
          <a:xfrm>
            <a:off x="4799578" y="150269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2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05D045-3482-F8D5-53CC-1D27A052C274}"/>
              </a:ext>
            </a:extLst>
          </p:cNvPr>
          <p:cNvSpPr>
            <a:spLocks noGrp="1"/>
          </p:cNvSpPr>
          <p:nvPr/>
        </p:nvSpPr>
        <p:spPr>
          <a:xfrm>
            <a:off x="5304405" y="1321726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KB(LES)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E945CD-FC5B-1744-E7D5-40BF9CF8E3D4}"/>
              </a:ext>
            </a:extLst>
          </p:cNvPr>
          <p:cNvSpPr>
            <a:spLocks noGrp="1"/>
          </p:cNvSpPr>
          <p:nvPr/>
        </p:nvSpPr>
        <p:spPr>
          <a:xfrm>
            <a:off x="5218678" y="168367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Sokongan</a:t>
            </a:r>
            <a:r>
              <a:rPr lang="en-MY" sz="1400" b="1" dirty="0"/>
              <a:t> Unit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7C45D8-48DF-290D-4DF9-1FAB0C3ECF25}"/>
              </a:ext>
            </a:extLst>
          </p:cNvPr>
          <p:cNvSpPr>
            <a:spLocks noGrp="1"/>
          </p:cNvSpPr>
          <p:nvPr/>
        </p:nvSpPr>
        <p:spPr>
          <a:xfrm>
            <a:off x="5218678" y="198847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sv-SE" sz="1400" dirty="0"/>
              <a:t>Mengesahkan surat peringatan pembaharuan kedua.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6E5397-C64C-96B6-2B97-B8ACFA1EFB9F}"/>
              </a:ext>
            </a:extLst>
          </p:cNvPr>
          <p:cNvSpPr>
            <a:spLocks noGrp="1"/>
          </p:cNvSpPr>
          <p:nvPr/>
        </p:nvSpPr>
        <p:spPr>
          <a:xfrm>
            <a:off x="1525635" y="1613864"/>
            <a:ext cx="2000250" cy="28575"/>
          </a:xfrm>
          <a:prstGeom prst="rect">
            <a:avLst/>
          </a:prstGeom>
          <a:solidFill>
            <a:srgbClr val="FFFF00"/>
          </a:solidFill>
          <a:ln w="0">
            <a:noFill/>
            <a:prstDash val="solid"/>
          </a:ln>
        </p:spPr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9CC2C9C-35A6-CC26-9CF8-3F0282282A17}"/>
              </a:ext>
            </a:extLst>
          </p:cNvPr>
          <p:cNvSpPr>
            <a:spLocks noGrp="1"/>
          </p:cNvSpPr>
          <p:nvPr/>
        </p:nvSpPr>
        <p:spPr>
          <a:xfrm>
            <a:off x="1335135" y="1423364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00"/>
          </a:solidFill>
          <a:ln w="9525">
            <a:solidFill>
              <a:srgbClr val="FFFF00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87CE01-5994-F297-39A5-61A5F4A68A3F}"/>
              </a:ext>
            </a:extLst>
          </p:cNvPr>
          <p:cNvSpPr>
            <a:spLocks noGrp="1"/>
          </p:cNvSpPr>
          <p:nvPr/>
        </p:nvSpPr>
        <p:spPr>
          <a:xfrm>
            <a:off x="1335135" y="150908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710191-6787-FC80-E1BD-EF56A45C70EC}"/>
              </a:ext>
            </a:extLst>
          </p:cNvPr>
          <p:cNvSpPr>
            <a:spLocks noGrp="1"/>
          </p:cNvSpPr>
          <p:nvPr/>
        </p:nvSpPr>
        <p:spPr>
          <a:xfrm>
            <a:off x="1839962" y="1321587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PT(IKL)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A76D6DC-E5EF-A177-5834-BE79C653FE5E}"/>
              </a:ext>
            </a:extLst>
          </p:cNvPr>
          <p:cNvSpPr>
            <a:spLocks noGrp="1"/>
          </p:cNvSpPr>
          <p:nvPr/>
        </p:nvSpPr>
        <p:spPr>
          <a:xfrm>
            <a:off x="1754235" y="2211935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Menjana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surat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peringatan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pembaharuan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kedua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sebelum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expired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dalam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masa 2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bulan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50E6BE-5EAB-D670-020F-B40768B5FC6E}"/>
              </a:ext>
            </a:extLst>
          </p:cNvPr>
          <p:cNvSpPr>
            <a:spLocks noGrp="1"/>
          </p:cNvSpPr>
          <p:nvPr/>
        </p:nvSpPr>
        <p:spPr>
          <a:xfrm>
            <a:off x="1744709" y="1679857"/>
            <a:ext cx="228599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Jana Surat </a:t>
            </a:r>
            <a:r>
              <a:rPr lang="en-MY" sz="1400" b="1" dirty="0" err="1"/>
              <a:t>Peringatan</a:t>
            </a:r>
            <a:r>
              <a:rPr lang="en-MY" sz="1400" b="1" dirty="0"/>
              <a:t> </a:t>
            </a:r>
            <a:r>
              <a:rPr lang="en-MY" sz="1400" b="1" dirty="0" err="1"/>
              <a:t>Pembaharuan</a:t>
            </a:r>
            <a:r>
              <a:rPr lang="en-MY" sz="1400" b="1" dirty="0"/>
              <a:t> </a:t>
            </a:r>
            <a:r>
              <a:rPr lang="en-MY" sz="1400" b="1" dirty="0" err="1"/>
              <a:t>Kedua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80BF51-8465-78A5-110A-A47BCF69BB22}"/>
              </a:ext>
            </a:extLst>
          </p:cNvPr>
          <p:cNvSpPr>
            <a:spLocks noGrp="1"/>
          </p:cNvSpPr>
          <p:nvPr/>
        </p:nvSpPr>
        <p:spPr>
          <a:xfrm>
            <a:off x="8454521" y="1607474"/>
            <a:ext cx="20002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B3E0149-EB3F-3561-220D-6355758BEED7}"/>
              </a:ext>
            </a:extLst>
          </p:cNvPr>
          <p:cNvSpPr>
            <a:spLocks noGrp="1"/>
          </p:cNvSpPr>
          <p:nvPr/>
        </p:nvSpPr>
        <p:spPr>
          <a:xfrm>
            <a:off x="8264021" y="1416974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9438F1-AA99-2B93-5D9D-9B219A7D1642}"/>
              </a:ext>
            </a:extLst>
          </p:cNvPr>
          <p:cNvSpPr>
            <a:spLocks noGrp="1"/>
          </p:cNvSpPr>
          <p:nvPr/>
        </p:nvSpPr>
        <p:spPr>
          <a:xfrm>
            <a:off x="8264021" y="150269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3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FE7743-2208-A3DB-EF2E-91B1F7F91DF4}"/>
              </a:ext>
            </a:extLst>
          </p:cNvPr>
          <p:cNvSpPr>
            <a:spLocks noGrp="1"/>
          </p:cNvSpPr>
          <p:nvPr/>
        </p:nvSpPr>
        <p:spPr>
          <a:xfrm>
            <a:off x="8768848" y="1298833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B1C9A5-1DB2-81FD-ED32-9E9D509432E9}"/>
              </a:ext>
            </a:extLst>
          </p:cNvPr>
          <p:cNvSpPr>
            <a:spLocks noGrp="1"/>
          </p:cNvSpPr>
          <p:nvPr/>
        </p:nvSpPr>
        <p:spPr>
          <a:xfrm>
            <a:off x="8683121" y="168367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Bayaran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39F40F-A5EA-9896-4E43-C806DFC4CCFC}"/>
              </a:ext>
            </a:extLst>
          </p:cNvPr>
          <p:cNvSpPr>
            <a:spLocks noGrp="1"/>
          </p:cNvSpPr>
          <p:nvPr/>
        </p:nvSpPr>
        <p:spPr>
          <a:xfrm>
            <a:off x="8683121" y="198847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/>
              <a:t>Membuat </a:t>
            </a:r>
            <a:r>
              <a:rPr lang="en-MY" sz="1400" dirty="0" err="1"/>
              <a:t>bayaran</a:t>
            </a:r>
            <a:r>
              <a:rPr lang="en-MY" sz="1400" dirty="0"/>
              <a:t> </a:t>
            </a:r>
            <a:r>
              <a:rPr lang="en-MY" sz="1400" dirty="0" err="1"/>
              <a:t>pembaharuan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 dan </a:t>
            </a:r>
            <a:r>
              <a:rPr lang="en-MY" sz="1400" dirty="0" err="1"/>
              <a:t>memuat</a:t>
            </a:r>
            <a:r>
              <a:rPr lang="en-MY" sz="1400" dirty="0"/>
              <a:t> naik </a:t>
            </a:r>
            <a:r>
              <a:rPr lang="en-MY" sz="1400" dirty="0" err="1"/>
              <a:t>bukti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8C3B61B-93C0-6A10-C93E-EF8511E2F79F}"/>
              </a:ext>
            </a:extLst>
          </p:cNvPr>
          <p:cNvSpPr>
            <a:spLocks noGrp="1"/>
          </p:cNvSpPr>
          <p:nvPr/>
        </p:nvSpPr>
        <p:spPr>
          <a:xfrm>
            <a:off x="609600" y="690226"/>
            <a:ext cx="10001250" cy="492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000" b="1" dirty="0" err="1"/>
              <a:t>Pembaharuan</a:t>
            </a:r>
            <a:r>
              <a:rPr lang="en-MY" sz="2000" b="1" dirty="0"/>
              <a:t> </a:t>
            </a:r>
            <a:r>
              <a:rPr lang="en-MY" sz="2000" b="1" dirty="0" err="1"/>
              <a:t>Lesen</a:t>
            </a:r>
            <a:r>
              <a:rPr lang="en-MY" sz="2000" b="1" dirty="0"/>
              <a:t> </a:t>
            </a:r>
            <a:r>
              <a:rPr lang="en-MY" sz="2000" b="1" dirty="0" err="1"/>
              <a:t>Iklan</a:t>
            </a:r>
            <a:r>
              <a:rPr lang="en-MY" sz="2000" b="1" dirty="0"/>
              <a:t> (</a:t>
            </a:r>
            <a:r>
              <a:rPr lang="en-MY" sz="2000" b="1" dirty="0" err="1"/>
              <a:t>Peringatan</a:t>
            </a:r>
            <a:r>
              <a:rPr lang="en-MY" sz="2000" b="1" dirty="0"/>
              <a:t> </a:t>
            </a:r>
            <a:r>
              <a:rPr lang="en-MY" sz="2000" b="1" dirty="0" err="1"/>
              <a:t>Kedua</a:t>
            </a:r>
            <a:r>
              <a:rPr lang="en-MY" sz="2000" b="1" dirty="0"/>
              <a:t>)</a:t>
            </a:r>
            <a:endParaRPr b="1" i="0" dirty="0">
              <a:solidFill>
                <a:srgbClr val="0715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2705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E96DB8-0184-B69E-68B5-3C16059B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7E25147-5B91-A6C8-DE20-B9711BCBE56A}"/>
              </a:ext>
            </a:extLst>
          </p:cNvPr>
          <p:cNvSpPr>
            <a:spLocks noGrp="1"/>
          </p:cNvSpPr>
          <p:nvPr/>
        </p:nvSpPr>
        <p:spPr>
          <a:xfrm>
            <a:off x="4990079" y="4121163"/>
            <a:ext cx="2000250" cy="28575"/>
          </a:xfrm>
          <a:prstGeom prst="rect">
            <a:avLst/>
          </a:prstGeom>
          <a:solidFill>
            <a:srgbClr val="FFFF00"/>
          </a:solidFill>
          <a:ln w="0">
            <a:solidFill>
              <a:srgbClr val="FFFF00"/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E8AB4F5-837B-98D6-E064-181D0CBD5CBD}"/>
              </a:ext>
            </a:extLst>
          </p:cNvPr>
          <p:cNvSpPr>
            <a:spLocks noGrp="1"/>
          </p:cNvSpPr>
          <p:nvPr/>
        </p:nvSpPr>
        <p:spPr>
          <a:xfrm>
            <a:off x="4799579" y="3930663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00"/>
          </a:solidFill>
          <a:ln w="9525">
            <a:solidFill>
              <a:srgbClr val="FFFF0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02C2E9-6D24-EE5B-BA9C-18F2F6416898}"/>
              </a:ext>
            </a:extLst>
          </p:cNvPr>
          <p:cNvSpPr>
            <a:spLocks noGrp="1"/>
          </p:cNvSpPr>
          <p:nvPr/>
        </p:nvSpPr>
        <p:spPr>
          <a:xfrm>
            <a:off x="4799579" y="4016388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A3B313-A330-16C6-3AF6-9C88426B9EAF}"/>
              </a:ext>
            </a:extLst>
          </p:cNvPr>
          <p:cNvSpPr>
            <a:spLocks noGrp="1"/>
          </p:cNvSpPr>
          <p:nvPr/>
        </p:nvSpPr>
        <p:spPr>
          <a:xfrm>
            <a:off x="5304406" y="3812522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PT(IKL)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D2D8E9-2BCB-DA88-B007-743AA904DE43}"/>
              </a:ext>
            </a:extLst>
          </p:cNvPr>
          <p:cNvSpPr>
            <a:spLocks noGrp="1"/>
          </p:cNvSpPr>
          <p:nvPr/>
        </p:nvSpPr>
        <p:spPr>
          <a:xfrm>
            <a:off x="5218679" y="4197363"/>
            <a:ext cx="18262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Jana Resit Rasmi &amp; </a:t>
            </a:r>
            <a:r>
              <a:rPr lang="en-MY" sz="1400" b="1" dirty="0" err="1"/>
              <a:t>Lesen</a:t>
            </a:r>
            <a:r>
              <a:rPr lang="en-MY" sz="1400" b="1" dirty="0"/>
              <a:t> </a:t>
            </a:r>
            <a:r>
              <a:rPr lang="en-MY" sz="1400" b="1" dirty="0" err="1"/>
              <a:t>Iklan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AF4E36-F817-4550-3F79-96BDA9BA7DB8}"/>
              </a:ext>
            </a:extLst>
          </p:cNvPr>
          <p:cNvSpPr>
            <a:spLocks noGrp="1"/>
          </p:cNvSpPr>
          <p:nvPr/>
        </p:nvSpPr>
        <p:spPr>
          <a:xfrm>
            <a:off x="5218679" y="4744132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Menjana</a:t>
            </a:r>
            <a:r>
              <a:rPr lang="en-MY" sz="1400" dirty="0"/>
              <a:t> resit </a:t>
            </a:r>
            <a:r>
              <a:rPr lang="en-MY" sz="1400" dirty="0" err="1"/>
              <a:t>rasmi</a:t>
            </a:r>
            <a:r>
              <a:rPr lang="en-MY" sz="1400" dirty="0"/>
              <a:t> dan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 </a:t>
            </a:r>
            <a:r>
              <a:rPr lang="en-MY" sz="1400" dirty="0" err="1"/>
              <a:t>selepas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 </a:t>
            </a:r>
            <a:r>
              <a:rPr lang="en-MY" sz="1400" dirty="0" err="1"/>
              <a:t>disahkan</a:t>
            </a:r>
            <a:r>
              <a:rPr lang="en-MY" sz="1400" dirty="0"/>
              <a:t> </a:t>
            </a:r>
            <a:r>
              <a:rPr lang="en-MY" sz="1400" dirty="0" err="1"/>
              <a:t>untuk</a:t>
            </a:r>
            <a:r>
              <a:rPr lang="en-MY" sz="1400" dirty="0"/>
              <a:t> </a:t>
            </a:r>
            <a:r>
              <a:rPr lang="en-MY" sz="1400" dirty="0" err="1"/>
              <a:t>pembaharuan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0A0720-16CC-161B-13A5-C1AF19A010CD}"/>
              </a:ext>
            </a:extLst>
          </p:cNvPr>
          <p:cNvSpPr>
            <a:spLocks noGrp="1"/>
          </p:cNvSpPr>
          <p:nvPr/>
        </p:nvSpPr>
        <p:spPr>
          <a:xfrm>
            <a:off x="8454524" y="4130688"/>
            <a:ext cx="20002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81972F-3EEF-8345-3509-AE4D51F8AF15}"/>
              </a:ext>
            </a:extLst>
          </p:cNvPr>
          <p:cNvSpPr>
            <a:spLocks noGrp="1"/>
          </p:cNvSpPr>
          <p:nvPr/>
        </p:nvSpPr>
        <p:spPr>
          <a:xfrm>
            <a:off x="8264024" y="3940188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EEBE35-4660-611F-4418-8331338E66AC}"/>
              </a:ext>
            </a:extLst>
          </p:cNvPr>
          <p:cNvSpPr>
            <a:spLocks noGrp="1"/>
          </p:cNvSpPr>
          <p:nvPr/>
        </p:nvSpPr>
        <p:spPr>
          <a:xfrm>
            <a:off x="8264024" y="4025913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rgbClr val="FFFFFF"/>
                </a:solidFill>
              </a:rPr>
              <a:t>6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B0DA9-2836-D83D-3001-5BE0C5A04D69}"/>
              </a:ext>
            </a:extLst>
          </p:cNvPr>
          <p:cNvSpPr>
            <a:spLocks noGrp="1"/>
          </p:cNvSpPr>
          <p:nvPr/>
        </p:nvSpPr>
        <p:spPr>
          <a:xfrm>
            <a:off x="8768851" y="3822047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E28F82-97DC-FBC8-3EFE-CD91F1F978DE}"/>
              </a:ext>
            </a:extLst>
          </p:cNvPr>
          <p:cNvSpPr>
            <a:spLocks noGrp="1"/>
          </p:cNvSpPr>
          <p:nvPr/>
        </p:nvSpPr>
        <p:spPr>
          <a:xfrm>
            <a:off x="8683124" y="4206888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Muat Turun QR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88A87D-3CC0-7576-4B46-DD952DA4B7DD}"/>
              </a:ext>
            </a:extLst>
          </p:cNvPr>
          <p:cNvSpPr>
            <a:spLocks noGrp="1"/>
          </p:cNvSpPr>
          <p:nvPr/>
        </p:nvSpPr>
        <p:spPr>
          <a:xfrm>
            <a:off x="8683124" y="4511688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 err="1"/>
              <a:t>Memuat</a:t>
            </a:r>
            <a:r>
              <a:rPr lang="en-MY" sz="1400" dirty="0"/>
              <a:t> </a:t>
            </a:r>
            <a:r>
              <a:rPr lang="en-MY" sz="1400" dirty="0" err="1"/>
              <a:t>turun</a:t>
            </a:r>
            <a:r>
              <a:rPr lang="en-MY" sz="1400" dirty="0"/>
              <a:t> QR e-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selepas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dikeluarkan</a:t>
            </a:r>
            <a:r>
              <a:rPr lang="en-MY" sz="1400" dirty="0"/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DE7DAB-87CC-B066-054C-F6DE6CD1EAC8}"/>
              </a:ext>
            </a:extLst>
          </p:cNvPr>
          <p:cNvSpPr>
            <a:spLocks noGrp="1"/>
          </p:cNvSpPr>
          <p:nvPr/>
        </p:nvSpPr>
        <p:spPr>
          <a:xfrm>
            <a:off x="609600" y="7132"/>
            <a:ext cx="10001250" cy="492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850" b="1" dirty="0" err="1"/>
              <a:t>Aliran</a:t>
            </a:r>
            <a:r>
              <a:rPr lang="en-MY" sz="2850" b="1" dirty="0"/>
              <a:t> </a:t>
            </a:r>
            <a:r>
              <a:rPr lang="en-MY" sz="2850" b="1" dirty="0" err="1"/>
              <a:t>Sistem</a:t>
            </a:r>
            <a:r>
              <a:rPr lang="en-MY" sz="2850" b="1" dirty="0"/>
              <a:t> dan </a:t>
            </a:r>
            <a:r>
              <a:rPr lang="en-MY" sz="2850" b="1" dirty="0" err="1"/>
              <a:t>Peranan</a:t>
            </a:r>
            <a:r>
              <a:rPr lang="en-MY" sz="2850" b="1" dirty="0"/>
              <a:t> </a:t>
            </a:r>
            <a:r>
              <a:rPr lang="en-MY" sz="2850" b="1" dirty="0" err="1"/>
              <a:t>Pengguna</a:t>
            </a:r>
            <a:r>
              <a:rPr lang="en-MY" sz="2850" b="1" dirty="0"/>
              <a:t> </a:t>
            </a:r>
            <a:r>
              <a:rPr lang="en-MY" sz="2800" b="1" dirty="0"/>
              <a:t>[</a:t>
            </a:r>
            <a:r>
              <a:rPr lang="en-MY" sz="2800" b="1" i="1" dirty="0"/>
              <a:t>End-to-end</a:t>
            </a:r>
            <a:r>
              <a:rPr lang="en-MY" sz="2800" b="1" dirty="0"/>
              <a:t>] </a:t>
            </a:r>
            <a:endParaRPr sz="2600" b="1" i="0" dirty="0">
              <a:solidFill>
                <a:srgbClr val="071527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26ABE3-1C3C-A860-D106-7A851C4D8F2A}"/>
              </a:ext>
            </a:extLst>
          </p:cNvPr>
          <p:cNvSpPr>
            <a:spLocks noGrp="1"/>
          </p:cNvSpPr>
          <p:nvPr/>
        </p:nvSpPr>
        <p:spPr>
          <a:xfrm>
            <a:off x="514350" y="439065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362FD22-02D3-8222-5431-3A9986A3F3DA}"/>
              </a:ext>
            </a:extLst>
          </p:cNvPr>
          <p:cNvSpPr>
            <a:spLocks noGrp="1"/>
          </p:cNvSpPr>
          <p:nvPr/>
        </p:nvSpPr>
        <p:spPr>
          <a:xfrm>
            <a:off x="1525634" y="4120234"/>
            <a:ext cx="2000250" cy="28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0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6E7DE0E5-9793-5D33-4DA3-C5F4A86022A2}"/>
              </a:ext>
            </a:extLst>
          </p:cNvPr>
          <p:cNvSpPr>
            <a:spLocks noGrp="1"/>
          </p:cNvSpPr>
          <p:nvPr/>
        </p:nvSpPr>
        <p:spPr>
          <a:xfrm>
            <a:off x="1335134" y="3929734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185163F-F3B6-27FB-9EE3-42359C4EF016}"/>
              </a:ext>
            </a:extLst>
          </p:cNvPr>
          <p:cNvSpPr>
            <a:spLocks noGrp="1"/>
          </p:cNvSpPr>
          <p:nvPr/>
        </p:nvSpPr>
        <p:spPr>
          <a:xfrm>
            <a:off x="1335134" y="401545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E0CAA44-43F4-1BB4-A67D-D77D9DA4E384}"/>
              </a:ext>
            </a:extLst>
          </p:cNvPr>
          <p:cNvSpPr>
            <a:spLocks noGrp="1"/>
          </p:cNvSpPr>
          <p:nvPr/>
        </p:nvSpPr>
        <p:spPr>
          <a:xfrm>
            <a:off x="1839961" y="3834486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>
                <a:solidFill>
                  <a:srgbClr val="071527"/>
                </a:solidFill>
              </a:rPr>
              <a:t>FIN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15D4AEA-5FA9-954F-49CD-53B0A1F4283D}"/>
              </a:ext>
            </a:extLst>
          </p:cNvPr>
          <p:cNvSpPr>
            <a:spLocks noGrp="1"/>
          </p:cNvSpPr>
          <p:nvPr/>
        </p:nvSpPr>
        <p:spPr>
          <a:xfrm>
            <a:off x="1754234" y="419643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Verifikasi</a:t>
            </a:r>
            <a:r>
              <a:rPr lang="en-MY" sz="1400" b="1" dirty="0"/>
              <a:t> </a:t>
            </a:r>
            <a:r>
              <a:rPr lang="en-MY" sz="1400" b="1" dirty="0" err="1"/>
              <a:t>Bayaran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E30EFC6-4A81-0612-9BAF-9A74E8277CCE}"/>
              </a:ext>
            </a:extLst>
          </p:cNvPr>
          <p:cNvSpPr>
            <a:spLocks noGrp="1"/>
          </p:cNvSpPr>
          <p:nvPr/>
        </p:nvSpPr>
        <p:spPr>
          <a:xfrm>
            <a:off x="1754234" y="450123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nb-NO" sz="1400" dirty="0"/>
              <a:t>Menyemak dan mengesahkan bukti resit bayaran.</a:t>
            </a:r>
            <a:endParaRPr lang="en-MY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3F668D-E19F-DE1B-8CA1-978D0FFF3818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lang="en-MY" sz="975" b="1" i="0" dirty="0">
                <a:solidFill>
                  <a:srgbClr val="4F627A"/>
                </a:solidFill>
              </a:rPr>
              <a:t>29</a:t>
            </a:r>
            <a:endParaRPr sz="975" b="1" i="0" dirty="0">
              <a:solidFill>
                <a:srgbClr val="4F627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B1E5FA-70F5-D386-12B2-A154461AE3A8}"/>
              </a:ext>
            </a:extLst>
          </p:cNvPr>
          <p:cNvSpPr>
            <a:spLocks noGrp="1"/>
          </p:cNvSpPr>
          <p:nvPr/>
        </p:nvSpPr>
        <p:spPr>
          <a:xfrm>
            <a:off x="4990078" y="1607474"/>
            <a:ext cx="2000250" cy="2857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107B102-1C10-F908-3D58-35825DBD1D69}"/>
              </a:ext>
            </a:extLst>
          </p:cNvPr>
          <p:cNvSpPr>
            <a:spLocks noGrp="1"/>
          </p:cNvSpPr>
          <p:nvPr/>
        </p:nvSpPr>
        <p:spPr>
          <a:xfrm>
            <a:off x="4799578" y="1416974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6C87EB-9213-6D8F-3057-C62E5F0D59F7}"/>
              </a:ext>
            </a:extLst>
          </p:cNvPr>
          <p:cNvSpPr>
            <a:spLocks noGrp="1"/>
          </p:cNvSpPr>
          <p:nvPr/>
        </p:nvSpPr>
        <p:spPr>
          <a:xfrm>
            <a:off x="4799578" y="150269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2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97E626-9D5F-7784-18FF-A3E4CE6F3163}"/>
              </a:ext>
            </a:extLst>
          </p:cNvPr>
          <p:cNvSpPr>
            <a:spLocks noGrp="1"/>
          </p:cNvSpPr>
          <p:nvPr/>
        </p:nvSpPr>
        <p:spPr>
          <a:xfrm>
            <a:off x="5304405" y="1321726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KB(LES)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096E86-46CF-1FD5-2962-2566F46AFFBE}"/>
              </a:ext>
            </a:extLst>
          </p:cNvPr>
          <p:cNvSpPr>
            <a:spLocks noGrp="1"/>
          </p:cNvSpPr>
          <p:nvPr/>
        </p:nvSpPr>
        <p:spPr>
          <a:xfrm>
            <a:off x="5218678" y="168367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Sokongan</a:t>
            </a:r>
            <a:r>
              <a:rPr lang="en-MY" sz="1400" b="1" dirty="0"/>
              <a:t> Unit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34FA1B-B4F9-3FA8-5150-349AAF6056BF}"/>
              </a:ext>
            </a:extLst>
          </p:cNvPr>
          <p:cNvSpPr>
            <a:spLocks noGrp="1"/>
          </p:cNvSpPr>
          <p:nvPr/>
        </p:nvSpPr>
        <p:spPr>
          <a:xfrm>
            <a:off x="5218678" y="198847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sv-SE" sz="1400" dirty="0"/>
              <a:t>Mengesahkan surat peringatan </a:t>
            </a:r>
            <a:r>
              <a:rPr lang="sv-SE" sz="1400"/>
              <a:t>pembaharuan ketiga.</a:t>
            </a:r>
            <a:endParaRPr lang="sv-SE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ADFEF8-4E82-88BE-6911-9671FF4A5211}"/>
              </a:ext>
            </a:extLst>
          </p:cNvPr>
          <p:cNvSpPr>
            <a:spLocks noGrp="1"/>
          </p:cNvSpPr>
          <p:nvPr/>
        </p:nvSpPr>
        <p:spPr>
          <a:xfrm>
            <a:off x="1525635" y="1613864"/>
            <a:ext cx="2000250" cy="28575"/>
          </a:xfrm>
          <a:prstGeom prst="rect">
            <a:avLst/>
          </a:prstGeom>
          <a:solidFill>
            <a:srgbClr val="FFFF00"/>
          </a:solidFill>
          <a:ln w="0">
            <a:noFill/>
            <a:prstDash val="solid"/>
          </a:ln>
        </p:spPr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087BC22-C132-1596-0D05-1164DF90E9A8}"/>
              </a:ext>
            </a:extLst>
          </p:cNvPr>
          <p:cNvSpPr>
            <a:spLocks noGrp="1"/>
          </p:cNvSpPr>
          <p:nvPr/>
        </p:nvSpPr>
        <p:spPr>
          <a:xfrm>
            <a:off x="1335135" y="1423364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00"/>
          </a:solidFill>
          <a:ln w="9525">
            <a:solidFill>
              <a:srgbClr val="FFFF00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B3C5FC-35FE-619B-D5B4-3F61FF34639C}"/>
              </a:ext>
            </a:extLst>
          </p:cNvPr>
          <p:cNvSpPr>
            <a:spLocks noGrp="1"/>
          </p:cNvSpPr>
          <p:nvPr/>
        </p:nvSpPr>
        <p:spPr>
          <a:xfrm>
            <a:off x="1335135" y="150908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endParaRPr sz="1350" b="1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05726D-7206-1490-319E-E44EAC533CFD}"/>
              </a:ext>
            </a:extLst>
          </p:cNvPr>
          <p:cNvSpPr>
            <a:spLocks noGrp="1"/>
          </p:cNvSpPr>
          <p:nvPr/>
        </p:nvSpPr>
        <p:spPr>
          <a:xfrm>
            <a:off x="1839962" y="1321587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PT(IKL)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622E78F-4A92-6466-311D-C615CDECC628}"/>
              </a:ext>
            </a:extLst>
          </p:cNvPr>
          <p:cNvSpPr>
            <a:spLocks noGrp="1"/>
          </p:cNvSpPr>
          <p:nvPr/>
        </p:nvSpPr>
        <p:spPr>
          <a:xfrm>
            <a:off x="1754235" y="2211935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Menjana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surat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peringatan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pembaharuan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ketiga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sebelum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expired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dalam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masa 1 </a:t>
            </a:r>
            <a:r>
              <a:rPr lang="en-MY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bulan</a:t>
            </a:r>
            <a:r>
              <a:rPr lang="en-MY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320052-0343-2C75-1D4C-FC389F8B8D83}"/>
              </a:ext>
            </a:extLst>
          </p:cNvPr>
          <p:cNvSpPr>
            <a:spLocks noGrp="1"/>
          </p:cNvSpPr>
          <p:nvPr/>
        </p:nvSpPr>
        <p:spPr>
          <a:xfrm>
            <a:off x="1744709" y="1679857"/>
            <a:ext cx="228599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/>
              <a:t>Jana Surat </a:t>
            </a:r>
            <a:r>
              <a:rPr lang="en-MY" sz="1400" b="1" dirty="0" err="1"/>
              <a:t>Peringatan</a:t>
            </a:r>
            <a:r>
              <a:rPr lang="en-MY" sz="1400" b="1" dirty="0"/>
              <a:t> </a:t>
            </a:r>
            <a:r>
              <a:rPr lang="en-MY" sz="1400" b="1" dirty="0" err="1"/>
              <a:t>Pembaharuan</a:t>
            </a:r>
            <a:r>
              <a:rPr lang="en-MY" sz="1400" b="1" dirty="0"/>
              <a:t> </a:t>
            </a:r>
            <a:r>
              <a:rPr lang="en-MY" sz="1400" b="1" dirty="0" err="1"/>
              <a:t>Ketiga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9A8993D-252A-173A-6AA6-A4AE91538080}"/>
              </a:ext>
            </a:extLst>
          </p:cNvPr>
          <p:cNvSpPr>
            <a:spLocks noGrp="1"/>
          </p:cNvSpPr>
          <p:nvPr/>
        </p:nvSpPr>
        <p:spPr>
          <a:xfrm>
            <a:off x="8454521" y="1607474"/>
            <a:ext cx="2000250" cy="285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534EF89-742D-C4F1-1287-56D384AE19D7}"/>
              </a:ext>
            </a:extLst>
          </p:cNvPr>
          <p:cNvSpPr>
            <a:spLocks noGrp="1"/>
          </p:cNvSpPr>
          <p:nvPr/>
        </p:nvSpPr>
        <p:spPr>
          <a:xfrm>
            <a:off x="8264021" y="1416974"/>
            <a:ext cx="419100" cy="419100"/>
          </a:xfrm>
          <a:prstGeom prst="roundRect">
            <a:avLst>
              <a:gd name="adj" fmla="val 1818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8056040-2A3E-9AAA-3DED-7BA4C962B1AB}"/>
              </a:ext>
            </a:extLst>
          </p:cNvPr>
          <p:cNvSpPr>
            <a:spLocks noGrp="1"/>
          </p:cNvSpPr>
          <p:nvPr/>
        </p:nvSpPr>
        <p:spPr>
          <a:xfrm>
            <a:off x="8264021" y="150269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lang="en-MY" sz="1350" b="1" dirty="0">
                <a:solidFill>
                  <a:srgbClr val="FFFFFF"/>
                </a:solidFill>
              </a:rPr>
              <a:t>3</a:t>
            </a:r>
            <a:endParaRPr sz="1350" b="1" i="0" dirty="0">
              <a:solidFill>
                <a:srgbClr val="FFFFFF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2DEF6D8-87C1-849C-02FA-50B40D5902DD}"/>
              </a:ext>
            </a:extLst>
          </p:cNvPr>
          <p:cNvSpPr>
            <a:spLocks noGrp="1"/>
          </p:cNvSpPr>
          <p:nvPr/>
        </p:nvSpPr>
        <p:spPr>
          <a:xfrm>
            <a:off x="8768848" y="1298833"/>
            <a:ext cx="1400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Pemohon</a:t>
            </a:r>
            <a:endParaRPr lang="en-MY" sz="1400" b="1" dirty="0">
              <a:solidFill>
                <a:srgbClr val="071527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76B73F7-A8A4-29E2-7317-8D6BE696467C}"/>
              </a:ext>
            </a:extLst>
          </p:cNvPr>
          <p:cNvSpPr>
            <a:spLocks noGrp="1"/>
          </p:cNvSpPr>
          <p:nvPr/>
        </p:nvSpPr>
        <p:spPr>
          <a:xfrm>
            <a:off x="8683121" y="168367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lang="en-MY" sz="1400" b="1" dirty="0" err="1"/>
              <a:t>Bayaran</a:t>
            </a:r>
            <a:endParaRPr sz="1400" b="1" i="0" dirty="0">
              <a:solidFill>
                <a:srgbClr val="071527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E14292-FBE1-B208-EA9B-5E35656FFC9E}"/>
              </a:ext>
            </a:extLst>
          </p:cNvPr>
          <p:cNvSpPr>
            <a:spLocks noGrp="1"/>
          </p:cNvSpPr>
          <p:nvPr/>
        </p:nvSpPr>
        <p:spPr>
          <a:xfrm>
            <a:off x="8683121" y="1988474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MY" sz="1400" dirty="0"/>
              <a:t>Membuat </a:t>
            </a:r>
            <a:r>
              <a:rPr lang="en-MY" sz="1400" dirty="0" err="1"/>
              <a:t>bayaran</a:t>
            </a:r>
            <a:r>
              <a:rPr lang="en-MY" sz="1400" dirty="0"/>
              <a:t> </a:t>
            </a:r>
            <a:r>
              <a:rPr lang="en-MY" sz="1400" dirty="0" err="1"/>
              <a:t>pembaharuan</a:t>
            </a:r>
            <a:r>
              <a:rPr lang="en-MY" sz="1400" dirty="0"/>
              <a:t> </a:t>
            </a:r>
            <a:r>
              <a:rPr lang="en-MY" sz="1400" dirty="0" err="1"/>
              <a:t>lesen</a:t>
            </a:r>
            <a:r>
              <a:rPr lang="en-MY" sz="1400" dirty="0"/>
              <a:t> </a:t>
            </a:r>
            <a:r>
              <a:rPr lang="en-MY" sz="1400" dirty="0" err="1"/>
              <a:t>iklan</a:t>
            </a:r>
            <a:r>
              <a:rPr lang="en-MY" sz="1400" dirty="0"/>
              <a:t> dan </a:t>
            </a:r>
            <a:r>
              <a:rPr lang="en-MY" sz="1400" dirty="0" err="1"/>
              <a:t>memuat</a:t>
            </a:r>
            <a:r>
              <a:rPr lang="en-MY" sz="1400" dirty="0"/>
              <a:t> naik </a:t>
            </a:r>
            <a:r>
              <a:rPr lang="en-MY" sz="1400" dirty="0" err="1"/>
              <a:t>bukti</a:t>
            </a:r>
            <a:r>
              <a:rPr lang="en-MY" sz="1400" dirty="0"/>
              <a:t> </a:t>
            </a:r>
            <a:r>
              <a:rPr lang="en-MY" sz="1400" dirty="0" err="1"/>
              <a:t>bayaran</a:t>
            </a:r>
            <a:r>
              <a:rPr lang="en-MY" sz="1400" dirty="0"/>
              <a:t>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6D05A5-99A7-98D8-15CB-F3D32BF2C15F}"/>
              </a:ext>
            </a:extLst>
          </p:cNvPr>
          <p:cNvSpPr>
            <a:spLocks noGrp="1"/>
          </p:cNvSpPr>
          <p:nvPr/>
        </p:nvSpPr>
        <p:spPr>
          <a:xfrm>
            <a:off x="609600" y="690226"/>
            <a:ext cx="10001250" cy="492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lang="en-MY" sz="2000" b="1" dirty="0" err="1"/>
              <a:t>Pembaharuan</a:t>
            </a:r>
            <a:r>
              <a:rPr lang="en-MY" sz="2000" b="1" dirty="0"/>
              <a:t> </a:t>
            </a:r>
            <a:r>
              <a:rPr lang="en-MY" sz="2000" b="1" dirty="0" err="1"/>
              <a:t>Lesen</a:t>
            </a:r>
            <a:r>
              <a:rPr lang="en-MY" sz="2000" b="1" dirty="0"/>
              <a:t> </a:t>
            </a:r>
            <a:r>
              <a:rPr lang="en-MY" sz="2000" b="1" dirty="0" err="1"/>
              <a:t>Iklan</a:t>
            </a:r>
            <a:r>
              <a:rPr lang="en-MY" sz="2000" b="1" dirty="0"/>
              <a:t> (</a:t>
            </a:r>
            <a:r>
              <a:rPr lang="en-MY" sz="2000" b="1" dirty="0" err="1"/>
              <a:t>Peringatan</a:t>
            </a:r>
            <a:r>
              <a:rPr lang="en-MY" sz="2000" b="1" dirty="0"/>
              <a:t> </a:t>
            </a:r>
            <a:r>
              <a:rPr lang="en-MY" sz="2000" b="1" dirty="0" err="1"/>
              <a:t>Ketiga</a:t>
            </a:r>
            <a:r>
              <a:rPr lang="en-MY" sz="2000" b="1" dirty="0"/>
              <a:t>)</a:t>
            </a:r>
            <a:endParaRPr b="1" i="0" dirty="0">
              <a:solidFill>
                <a:srgbClr val="0715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690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5D3A-AAD1-5571-9F46-32FC2C7DD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7DB132-1E2F-D8C6-61EF-BA85996C91F9}"/>
              </a:ext>
            </a:extLst>
          </p:cNvPr>
          <p:cNvSpPr txBox="1"/>
          <p:nvPr/>
        </p:nvSpPr>
        <p:spPr>
          <a:xfrm>
            <a:off x="4087277" y="2875002"/>
            <a:ext cx="401744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6600" b="1" dirty="0"/>
              <a:t>LAMPIRAN</a:t>
            </a:r>
          </a:p>
        </p:txBody>
      </p:sp>
    </p:spTree>
    <p:extLst>
      <p:ext uri="{BB962C8B-B14F-4D97-AF65-F5344CB8AC3E}">
        <p14:creationId xmlns:p14="http://schemas.microsoft.com/office/powerpoint/2010/main" val="37083717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42DA2FF-C616-49E5-8938-7758B425599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DOKUMENTASI SISTEM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4DC270-4AED-4E90-994F-35CB5F8781A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 dirty="0" err="1">
                <a:solidFill>
                  <a:srgbClr val="071527"/>
                </a:solidFill>
              </a:rPr>
              <a:t>Dokumentasi</a:t>
            </a:r>
            <a:r>
              <a:rPr sz="2850" b="1" i="0" dirty="0">
                <a:solidFill>
                  <a:srgbClr val="071527"/>
                </a:solidFill>
              </a:rPr>
              <a:t> </a:t>
            </a:r>
            <a:r>
              <a:rPr sz="2850" b="1" i="0" dirty="0" err="1">
                <a:solidFill>
                  <a:srgbClr val="071527"/>
                </a:solidFill>
              </a:rPr>
              <a:t>Sistem</a:t>
            </a:r>
            <a:endParaRPr sz="2850" b="1" i="0" dirty="0">
              <a:solidFill>
                <a:srgbClr val="07152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FC61C-C76D-4F92-A9B7-FFCBC82871B4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406E3-F3BC-408B-828F-F3E6DDF7E294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F043A7-C21C-4294-9978-883620EC7C53}"/>
              </a:ext>
            </a:extLst>
          </p:cNvPr>
          <p:cNvSpPr>
            <a:spLocks noGrp="1"/>
          </p:cNvSpPr>
          <p:nvPr/>
        </p:nvSpPr>
        <p:spPr>
          <a:xfrm>
            <a:off x="1143000" y="18669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lang="en-MY" sz="1575" b="1" i="0" dirty="0" err="1">
                <a:solidFill>
                  <a:srgbClr val="071527"/>
                </a:solidFill>
              </a:rPr>
              <a:t>Penyediaan</a:t>
            </a:r>
            <a:r>
              <a:rPr lang="en-MY" sz="1575" b="1" i="0" dirty="0">
                <a:solidFill>
                  <a:srgbClr val="071527"/>
                </a:solidFill>
              </a:rPr>
              <a:t> </a:t>
            </a:r>
            <a:r>
              <a:rPr sz="1575" b="1" i="0" dirty="0">
                <a:solidFill>
                  <a:srgbClr val="071527"/>
                </a:solidFill>
              </a:rPr>
              <a:t>Reka </a:t>
            </a:r>
            <a:r>
              <a:rPr sz="1575" b="1" i="0" dirty="0" err="1">
                <a:solidFill>
                  <a:srgbClr val="071527"/>
                </a:solidFill>
              </a:rPr>
              <a:t>bentuk</a:t>
            </a:r>
            <a:r>
              <a:rPr sz="1575" b="1" i="0" dirty="0">
                <a:solidFill>
                  <a:srgbClr val="071527"/>
                </a:solidFill>
              </a:rPr>
              <a:t> </a:t>
            </a:r>
            <a:r>
              <a:rPr sz="1575" b="1" i="0" dirty="0" err="1">
                <a:solidFill>
                  <a:srgbClr val="071527"/>
                </a:solidFill>
              </a:rPr>
              <a:t>sistem</a:t>
            </a:r>
            <a:endParaRPr sz="1575" b="1" i="0" dirty="0">
              <a:solidFill>
                <a:srgbClr val="071527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13BEE6-48BC-430A-8597-98E4151F8B61}"/>
              </a:ext>
            </a:extLst>
          </p:cNvPr>
          <p:cNvSpPr>
            <a:spLocks noGrp="1"/>
          </p:cNvSpPr>
          <p:nvPr/>
        </p:nvSpPr>
        <p:spPr>
          <a:xfrm>
            <a:off x="1143000" y="21431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Dokumentasi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sistem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menerangkan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tujuan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ALiS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peranan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pengguna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proses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utama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logik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operasi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yang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menyokong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permohonan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Lesen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275" b="0" i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Iklan</a:t>
            </a:r>
            <a:r>
              <a:rPr sz="1275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936015-9C22-460E-B6FE-A24708212A8E}"/>
              </a:ext>
            </a:extLst>
          </p:cNvPr>
          <p:cNvSpPr>
            <a:spLocks noGrp="1"/>
          </p:cNvSpPr>
          <p:nvPr/>
        </p:nvSpPr>
        <p:spPr>
          <a:xfrm>
            <a:off x="914400" y="2828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B72D8-DAA5-431F-ACAD-FE3BF9DE47F0}"/>
              </a:ext>
            </a:extLst>
          </p:cNvPr>
          <p:cNvSpPr>
            <a:spLocks noGrp="1"/>
          </p:cNvSpPr>
          <p:nvPr/>
        </p:nvSpPr>
        <p:spPr>
          <a:xfrm>
            <a:off x="1143000" y="27432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lang="en-MY" sz="1575" b="1" i="0" dirty="0" err="1">
                <a:solidFill>
                  <a:srgbClr val="071527"/>
                </a:solidFill>
              </a:rPr>
              <a:t>Mendokumentasikan</a:t>
            </a:r>
            <a:r>
              <a:rPr lang="en-MY" sz="1575" b="1" i="0" dirty="0">
                <a:solidFill>
                  <a:srgbClr val="071527"/>
                </a:solidFill>
              </a:rPr>
              <a:t> </a:t>
            </a:r>
            <a:r>
              <a:rPr sz="1575" b="1" i="0" dirty="0" err="1">
                <a:solidFill>
                  <a:srgbClr val="071527"/>
                </a:solidFill>
              </a:rPr>
              <a:t>Aliran</a:t>
            </a:r>
            <a:r>
              <a:rPr sz="1575" b="1" i="0" dirty="0">
                <a:solidFill>
                  <a:srgbClr val="071527"/>
                </a:solidFill>
              </a:rPr>
              <a:t> proses </a:t>
            </a:r>
            <a:r>
              <a:rPr sz="1575" b="1" i="0" dirty="0" err="1">
                <a:solidFill>
                  <a:srgbClr val="071527"/>
                </a:solidFill>
              </a:rPr>
              <a:t>Lesen</a:t>
            </a:r>
            <a:r>
              <a:rPr sz="1575" b="1" i="0" dirty="0">
                <a:solidFill>
                  <a:srgbClr val="071527"/>
                </a:solidFill>
              </a:rPr>
              <a:t> </a:t>
            </a:r>
            <a:r>
              <a:rPr sz="1575" b="1" i="0" dirty="0" err="1">
                <a:solidFill>
                  <a:srgbClr val="071527"/>
                </a:solidFill>
              </a:rPr>
              <a:t>Iklan</a:t>
            </a:r>
            <a:endParaRPr sz="1575" b="1" i="0" dirty="0">
              <a:solidFill>
                <a:srgbClr val="071527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2D4D9C-D1EE-4CEE-9FD7-ACC1051F7ADE}"/>
              </a:ext>
            </a:extLst>
          </p:cNvPr>
          <p:cNvSpPr>
            <a:spLocks noGrp="1"/>
          </p:cNvSpPr>
          <p:nvPr/>
        </p:nvSpPr>
        <p:spPr>
          <a:xfrm>
            <a:off x="1143000" y="30194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Aliran kerja dihuraikan daripada pendaftaran, permohonan, saringan, semakan teknikal, kelulusan, bayaran hingga pengeluaran lesen digital.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C5FC6A-C723-4CAA-823E-CAC63F9CF59C}"/>
              </a:ext>
            </a:extLst>
          </p:cNvPr>
          <p:cNvSpPr>
            <a:spLocks noGrp="1"/>
          </p:cNvSpPr>
          <p:nvPr/>
        </p:nvSpPr>
        <p:spPr>
          <a:xfrm>
            <a:off x="914400" y="37052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F276D0-73E6-4ADF-B61C-84987F9FA04A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Seni bina sistem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293167-E8A4-4776-A529-49A6A96EF53E}"/>
              </a:ext>
            </a:extLst>
          </p:cNvPr>
          <p:cNvSpPr>
            <a:spLocks noGrp="1"/>
          </p:cNvSpPr>
          <p:nvPr/>
        </p:nvSpPr>
        <p:spPr>
          <a:xfrm>
            <a:off x="1143000" y="38957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Dokumentasi turut menjelaskan hubungan antara frontend, backend API, pangkalan data, media/dokumen dan perkhidmatan notifikasi.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6DF779-F481-447B-AB80-93717246AD53}"/>
              </a:ext>
            </a:extLst>
          </p:cNvPr>
          <p:cNvSpPr>
            <a:spLocks noGrp="1"/>
          </p:cNvSpPr>
          <p:nvPr/>
        </p:nvSpPr>
        <p:spPr>
          <a:xfrm>
            <a:off x="914400" y="45815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F97536-E026-49BF-9803-546A6BEAE9E2}"/>
              </a:ext>
            </a:extLst>
          </p:cNvPr>
          <p:cNvSpPr>
            <a:spLocks noGrp="1"/>
          </p:cNvSpPr>
          <p:nvPr/>
        </p:nvSpPr>
        <p:spPr>
          <a:xfrm>
            <a:off x="1143000" y="44958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Penerangan modul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2AAAA5-B78E-4886-8F49-7317A750CC3E}"/>
              </a:ext>
            </a:extLst>
          </p:cNvPr>
          <p:cNvSpPr>
            <a:spLocks noGrp="1"/>
          </p:cNvSpPr>
          <p:nvPr/>
        </p:nvSpPr>
        <p:spPr>
          <a:xfrm>
            <a:off x="1143000" y="47720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Setiap modul dihuraikan dari aspek fungsi, input, output, pihak bertanggungjawab dan rekod yang dijana oleh sistem.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0BD1C1-7798-4CBA-9B71-83AC69F90BF5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AFA7AF-33F9-4ECA-BA9A-44BE4F82809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</p:spTree>
    <p:extLst>
      <p:ext uri="{BB962C8B-B14F-4D97-AF65-F5344CB8AC3E}">
        <p14:creationId xmlns:p14="http://schemas.microsoft.com/office/powerpoint/2010/main" val="1231325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71E9FA4-58C5-4C50-AD82-69F9ED55476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TEKNOLOGI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2DEF13-13E5-4DE3-904B-0B6CAFDC822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Seni Bina Sistem dan Framework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B05D93-04B9-4EB1-8EC7-A4F5E6A62C1E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F43FEB-3FAE-427C-9260-C3761B140E82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3286125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E326A2-1ACF-4498-A359-AF85C908E4F9}"/>
              </a:ext>
            </a:extLst>
          </p:cNvPr>
          <p:cNvSpPr>
            <a:spLocks noGrp="1"/>
          </p:cNvSpPr>
          <p:nvPr/>
        </p:nvSpPr>
        <p:spPr>
          <a:xfrm>
            <a:off x="933450" y="2114550"/>
            <a:ext cx="28670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>
                <a:solidFill>
                  <a:srgbClr val="00865D"/>
                </a:solidFill>
              </a:rPr>
              <a:t>Frontend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8ED6AD-C6A1-4F3A-9AAA-FA7A8CF3D39E}"/>
              </a:ext>
            </a:extLst>
          </p:cNvPr>
          <p:cNvSpPr>
            <a:spLocks noGrp="1"/>
          </p:cNvSpPr>
          <p:nvPr/>
        </p:nvSpPr>
        <p:spPr>
          <a:xfrm>
            <a:off x="933450" y="2419350"/>
            <a:ext cx="286702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React 19 + Vite 8, React Router, Tailwind, CKEditor, QRCode, jsPDF/html2canvas dan Mapbox/MapLibre untuk pengalaman web interaktif.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F80F49-7C9F-4DA2-A294-DA2F1263E336}"/>
              </a:ext>
            </a:extLst>
          </p:cNvPr>
          <p:cNvSpPr>
            <a:spLocks noGrp="1"/>
          </p:cNvSpPr>
          <p:nvPr/>
        </p:nvSpPr>
        <p:spPr>
          <a:xfrm>
            <a:off x="4457700" y="1962150"/>
            <a:ext cx="3286125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F247EB-E695-4DC8-9740-2E38DAB894DA}"/>
              </a:ext>
            </a:extLst>
          </p:cNvPr>
          <p:cNvSpPr>
            <a:spLocks noGrp="1"/>
          </p:cNvSpPr>
          <p:nvPr/>
        </p:nvSpPr>
        <p:spPr>
          <a:xfrm>
            <a:off x="4667250" y="2114550"/>
            <a:ext cx="28670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>
                <a:solidFill>
                  <a:srgbClr val="1F5FBF"/>
                </a:solidFill>
              </a:rPr>
              <a:t>Backend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01BB1B-2C06-4277-9FED-9D9EAEAC5B0E}"/>
              </a:ext>
            </a:extLst>
          </p:cNvPr>
          <p:cNvSpPr>
            <a:spLocks noGrp="1"/>
          </p:cNvSpPr>
          <p:nvPr/>
        </p:nvSpPr>
        <p:spPr>
          <a:xfrm>
            <a:off x="4667250" y="2419350"/>
            <a:ext cx="286702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Django 5.2 + Django REST Framework 3.17 menyediakan REST API bagi akaun, permohonan, dokumen dan notifikasi.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22D2DD-A33E-4EA9-82A1-E0CD766F1636}"/>
              </a:ext>
            </a:extLst>
          </p:cNvPr>
          <p:cNvSpPr>
            <a:spLocks noGrp="1"/>
          </p:cNvSpPr>
          <p:nvPr/>
        </p:nvSpPr>
        <p:spPr>
          <a:xfrm>
            <a:off x="8191500" y="1962150"/>
            <a:ext cx="3286125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4E3217-316A-42C3-A12F-D06EA82287E6}"/>
              </a:ext>
            </a:extLst>
          </p:cNvPr>
          <p:cNvSpPr>
            <a:spLocks noGrp="1"/>
          </p:cNvSpPr>
          <p:nvPr/>
        </p:nvSpPr>
        <p:spPr>
          <a:xfrm>
            <a:off x="8401050" y="2114550"/>
            <a:ext cx="28670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D97706"/>
                </a:solidFill>
              </a:defRPr>
            </a:pPr>
            <a:r>
              <a:rPr sz="1500" b="1" i="0">
                <a:solidFill>
                  <a:srgbClr val="D97706"/>
                </a:solidFill>
              </a:rPr>
              <a:t>Keselamatan &amp; runtime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8A2FC2-5977-4B2B-BBF8-803C382FF43F}"/>
              </a:ext>
            </a:extLst>
          </p:cNvPr>
          <p:cNvSpPr>
            <a:spLocks noGrp="1"/>
          </p:cNvSpPr>
          <p:nvPr/>
        </p:nvSpPr>
        <p:spPr>
          <a:xfrm>
            <a:off x="8401050" y="2419350"/>
            <a:ext cx="286702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SimpleJWT, CORS terkawal, rate limiting, BCrypt hashing, Gunicorn, WhiteNoise dan sokongan PostgreSQL melalui psycopg2.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378DB8-B09A-4DA6-9AB9-B4A3D7FD1BA2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981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071527"/>
                </a:solidFill>
              </a:defRPr>
            </a:pPr>
            <a:r>
              <a:rPr sz="1800" b="1" i="0">
                <a:solidFill>
                  <a:srgbClr val="071527"/>
                </a:solidFill>
              </a:rPr>
              <a:t>Corak seni bina: React client -&gt; authenticated REST API -&gt; Django domain modules -&gt; database, media storage dan notification services.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57640C-B637-48D3-8CF0-4431E92429A8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B9126A-86D7-45EF-A49B-B1215EC3E56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</p:spTree>
    <p:extLst>
      <p:ext uri="{BB962C8B-B14F-4D97-AF65-F5344CB8AC3E}">
        <p14:creationId xmlns:p14="http://schemas.microsoft.com/office/powerpoint/2010/main" val="16687745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A0A9B823-879E-4DDF-A12C-9AC558F49E4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DELIVERABLE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52154-D5F2-490C-9C4F-4CB42BC6735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 dirty="0" err="1">
                <a:solidFill>
                  <a:srgbClr val="071527"/>
                </a:solidFill>
              </a:rPr>
              <a:t>Struktur</a:t>
            </a:r>
            <a:r>
              <a:rPr sz="2850" b="1" i="0" dirty="0">
                <a:solidFill>
                  <a:srgbClr val="071527"/>
                </a:solidFill>
              </a:rPr>
              <a:t> </a:t>
            </a:r>
            <a:r>
              <a:rPr sz="2850" b="1" i="0" dirty="0" err="1">
                <a:solidFill>
                  <a:srgbClr val="071527"/>
                </a:solidFill>
              </a:rPr>
              <a:t>Pangkalan</a:t>
            </a:r>
            <a:r>
              <a:rPr sz="2850" b="1" i="0" dirty="0">
                <a:solidFill>
                  <a:srgbClr val="071527"/>
                </a:solidFill>
              </a:rPr>
              <a:t>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E822E0-9933-4D0A-B374-C3406113D29B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29DD08-E1AC-4F23-9F1F-7D8F3C38D2BA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10572750" cy="647700"/>
          </a:xfrm>
          <a:prstGeom prst="rect">
            <a:avLst/>
          </a:prstGeom>
          <a:solidFill>
            <a:srgbClr val="006B49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3D25E0-8E4F-41E7-84E2-BBE3E2CBC557}"/>
              </a:ext>
            </a:extLst>
          </p:cNvPr>
          <p:cNvSpPr>
            <a:spLocks noGrp="1"/>
          </p:cNvSpPr>
          <p:nvPr/>
        </p:nvSpPr>
        <p:spPr>
          <a:xfrm>
            <a:off x="857250" y="19431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Jadual /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B13D8A-025F-4586-9F68-7D79DF6A8414}"/>
              </a:ext>
            </a:extLst>
          </p:cNvPr>
          <p:cNvSpPr>
            <a:spLocks noGrp="1"/>
          </p:cNvSpPr>
          <p:nvPr/>
        </p:nvSpPr>
        <p:spPr>
          <a:xfrm>
            <a:off x="2914650" y="18288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8A274C-D244-4C39-BFC8-3BEB33BA954C}"/>
              </a:ext>
            </a:extLst>
          </p:cNvPr>
          <p:cNvSpPr>
            <a:spLocks noGrp="1"/>
          </p:cNvSpPr>
          <p:nvPr/>
        </p:nvSpPr>
        <p:spPr>
          <a:xfrm>
            <a:off x="3048000" y="19431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Tujuan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F8E388-F093-45A5-81D0-35BC1D7AD245}"/>
              </a:ext>
            </a:extLst>
          </p:cNvPr>
          <p:cNvSpPr>
            <a:spLocks noGrp="1"/>
          </p:cNvSpPr>
          <p:nvPr/>
        </p:nvSpPr>
        <p:spPr>
          <a:xfrm>
            <a:off x="6153150" y="18288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4EDA16-8AEC-424F-AEF7-8D5AB77EBA7F}"/>
              </a:ext>
            </a:extLst>
          </p:cNvPr>
          <p:cNvSpPr>
            <a:spLocks noGrp="1"/>
          </p:cNvSpPr>
          <p:nvPr/>
        </p:nvSpPr>
        <p:spPr>
          <a:xfrm>
            <a:off x="6286500" y="19431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Maklumat utama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B51C88-F729-44B9-9D07-0C8A8211B9E5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1057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C1D9CC-0846-4B0A-934C-AEDBEE725CC3}"/>
              </a:ext>
            </a:extLst>
          </p:cNvPr>
          <p:cNvSpPr>
            <a:spLocks noGrp="1"/>
          </p:cNvSpPr>
          <p:nvPr/>
        </p:nvSpPr>
        <p:spPr>
          <a:xfrm>
            <a:off x="857250" y="25908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User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334370-7470-4063-8835-2C2C5A8F496F}"/>
              </a:ext>
            </a:extLst>
          </p:cNvPr>
          <p:cNvSpPr>
            <a:spLocks noGrp="1"/>
          </p:cNvSpPr>
          <p:nvPr/>
        </p:nvSpPr>
        <p:spPr>
          <a:xfrm>
            <a:off x="2914650" y="24765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99C51D-1502-4BDE-9EEE-5CE69E806148}"/>
              </a:ext>
            </a:extLst>
          </p:cNvPr>
          <p:cNvSpPr>
            <a:spLocks noGrp="1"/>
          </p:cNvSpPr>
          <p:nvPr/>
        </p:nvSpPr>
        <p:spPr>
          <a:xfrm>
            <a:off x="3048000" y="25908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Rekod pemohon dan pegawai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F24A3B-7751-42C6-B96E-4E9DF82BC7BC}"/>
              </a:ext>
            </a:extLst>
          </p:cNvPr>
          <p:cNvSpPr>
            <a:spLocks noGrp="1"/>
          </p:cNvSpPr>
          <p:nvPr/>
        </p:nvSpPr>
        <p:spPr>
          <a:xfrm>
            <a:off x="6153150" y="24765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9C4CC7-0872-4855-8732-40DB22D138F9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role, department, MyKad, telefon, alamat, profil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6CCCA7-BA5D-487B-9258-E0E960F01418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10572750" cy="647700"/>
          </a:xfrm>
          <a:prstGeom prst="rect">
            <a:avLst/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5D120F-4EA1-4A30-A0F2-D02ED189DC50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Application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5BE146-937A-4F13-B5F0-063C097E0793}"/>
              </a:ext>
            </a:extLst>
          </p:cNvPr>
          <p:cNvSpPr>
            <a:spLocks noGrp="1"/>
          </p:cNvSpPr>
          <p:nvPr/>
        </p:nvSpPr>
        <p:spPr>
          <a:xfrm>
            <a:off x="2914650" y="31242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B643E1-3DA4-437F-987D-DFCB02770049}"/>
              </a:ext>
            </a:extLst>
          </p:cNvPr>
          <p:cNvSpPr>
            <a:spLocks noGrp="1"/>
          </p:cNvSpPr>
          <p:nvPr/>
        </p:nvSpPr>
        <p:spPr>
          <a:xfrm>
            <a:off x="3048000" y="32385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Permohonan lesen iklan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C6942A-3BED-4223-B070-351E2C2BAC7C}"/>
              </a:ext>
            </a:extLst>
          </p:cNvPr>
          <p:cNvSpPr>
            <a:spLocks noGrp="1"/>
          </p:cNvSpPr>
          <p:nvPr/>
        </p:nvSpPr>
        <p:spPr>
          <a:xfrm>
            <a:off x="6153150" y="31242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A45105-3322-4C3D-9619-5522EE55EC33}"/>
              </a:ext>
            </a:extLst>
          </p:cNvPr>
          <p:cNvSpPr>
            <a:spLocks noGrp="1"/>
          </p:cNvSpPr>
          <p:nvPr/>
        </p:nvSpPr>
        <p:spPr>
          <a:xfrm>
            <a:off x="6286500" y="32385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reference_no, applicant, status, form_data, lokasi, tarikh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6DC499-540A-43DC-B509-208BA94F5816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1057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FA375C-1650-44BE-AB46-CEAF86C1E70B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SupportingDocument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E74481-8868-4635-BB38-22FFCD698797}"/>
              </a:ext>
            </a:extLst>
          </p:cNvPr>
          <p:cNvSpPr>
            <a:spLocks noGrp="1"/>
          </p:cNvSpPr>
          <p:nvPr/>
        </p:nvSpPr>
        <p:spPr>
          <a:xfrm>
            <a:off x="2914650" y="37719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27EE27-F13D-43B8-8677-394CCE6E8B9A}"/>
              </a:ext>
            </a:extLst>
          </p:cNvPr>
          <p:cNvSpPr>
            <a:spLocks noGrp="1"/>
          </p:cNvSpPr>
          <p:nvPr/>
        </p:nvSpPr>
        <p:spPr>
          <a:xfrm>
            <a:off x="3048000" y="38862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Dokumen sokongan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AC3168-F3FF-4A88-B9D1-DF525FC497D8}"/>
              </a:ext>
            </a:extLst>
          </p:cNvPr>
          <p:cNvSpPr>
            <a:spLocks noGrp="1"/>
          </p:cNvSpPr>
          <p:nvPr/>
        </p:nvSpPr>
        <p:spPr>
          <a:xfrm>
            <a:off x="6153150" y="37719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7F56C1-B5E2-4F94-96E4-435F3FE5D0A3}"/>
              </a:ext>
            </a:extLst>
          </p:cNvPr>
          <p:cNvSpPr>
            <a:spLocks noGrp="1"/>
          </p:cNvSpPr>
          <p:nvPr/>
        </p:nvSpPr>
        <p:spPr>
          <a:xfrm>
            <a:off x="6286500" y="38862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application, title, file, uploaded_at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FCE4D5-D3CD-4B15-A164-8BFF0F7C26C6}"/>
              </a:ext>
            </a:extLst>
          </p:cNvPr>
          <p:cNvSpPr>
            <a:spLocks noGrp="1"/>
          </p:cNvSpPr>
          <p:nvPr/>
        </p:nvSpPr>
        <p:spPr>
          <a:xfrm>
            <a:off x="723900" y="4419600"/>
            <a:ext cx="10572750" cy="647700"/>
          </a:xfrm>
          <a:prstGeom prst="rect">
            <a:avLst/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B22DC2-176D-46F1-9FC9-A6BA015F2737}"/>
              </a:ext>
            </a:extLst>
          </p:cNvPr>
          <p:cNvSpPr>
            <a:spLocks noGrp="1"/>
          </p:cNvSpPr>
          <p:nvPr/>
        </p:nvSpPr>
        <p:spPr>
          <a:xfrm>
            <a:off x="857250" y="45339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LoginSession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6E15E4-E558-4D40-8225-F6F4F35A8026}"/>
              </a:ext>
            </a:extLst>
          </p:cNvPr>
          <p:cNvSpPr>
            <a:spLocks noGrp="1"/>
          </p:cNvSpPr>
          <p:nvPr/>
        </p:nvSpPr>
        <p:spPr>
          <a:xfrm>
            <a:off x="2914650" y="44196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F16D2-3565-4ED2-BBC6-39934C36E341}"/>
              </a:ext>
            </a:extLst>
          </p:cNvPr>
          <p:cNvSpPr>
            <a:spLocks noGrp="1"/>
          </p:cNvSpPr>
          <p:nvPr/>
        </p:nvSpPr>
        <p:spPr>
          <a:xfrm>
            <a:off x="3048000" y="45339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Audit sesi pengguna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02288D-127E-4451-9BA7-105FD5900C8B}"/>
              </a:ext>
            </a:extLst>
          </p:cNvPr>
          <p:cNvSpPr>
            <a:spLocks noGrp="1"/>
          </p:cNvSpPr>
          <p:nvPr/>
        </p:nvSpPr>
        <p:spPr>
          <a:xfrm>
            <a:off x="6153150" y="44196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70FE55-681D-4B86-8834-B583D8AE55F9}"/>
              </a:ext>
            </a:extLst>
          </p:cNvPr>
          <p:cNvSpPr>
            <a:spLocks noGrp="1"/>
          </p:cNvSpPr>
          <p:nvPr/>
        </p:nvSpPr>
        <p:spPr>
          <a:xfrm>
            <a:off x="6286500" y="45339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user, login_at, logout_at, duration_seconds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70BD8D-6920-4887-AEBC-EA304196E834}"/>
              </a:ext>
            </a:extLst>
          </p:cNvPr>
          <p:cNvSpPr>
            <a:spLocks noGrp="1"/>
          </p:cNvSpPr>
          <p:nvPr/>
        </p:nvSpPr>
        <p:spPr>
          <a:xfrm>
            <a:off x="723900" y="5067300"/>
            <a:ext cx="1057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997BA2-B698-41E8-B300-04B74519ABE0}"/>
              </a:ext>
            </a:extLst>
          </p:cNvPr>
          <p:cNvSpPr>
            <a:spLocks noGrp="1"/>
          </p:cNvSpPr>
          <p:nvPr/>
        </p:nvSpPr>
        <p:spPr>
          <a:xfrm>
            <a:off x="857250" y="51816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NotificationDelivery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7CFF8B-527B-4B79-9F13-528BFC7407E4}"/>
              </a:ext>
            </a:extLst>
          </p:cNvPr>
          <p:cNvSpPr>
            <a:spLocks noGrp="1"/>
          </p:cNvSpPr>
          <p:nvPr/>
        </p:nvSpPr>
        <p:spPr>
          <a:xfrm>
            <a:off x="2914650" y="50673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12D090-DE7B-47EF-950E-9FF7F21159B9}"/>
              </a:ext>
            </a:extLst>
          </p:cNvPr>
          <p:cNvSpPr>
            <a:spLocks noGrp="1"/>
          </p:cNvSpPr>
          <p:nvPr/>
        </p:nvSpPr>
        <p:spPr>
          <a:xfrm>
            <a:off x="3048000" y="51816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Rekod notifikasi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6002ED-6394-4069-BBCB-ABC32B203620}"/>
              </a:ext>
            </a:extLst>
          </p:cNvPr>
          <p:cNvSpPr>
            <a:spLocks noGrp="1"/>
          </p:cNvSpPr>
          <p:nvPr/>
        </p:nvSpPr>
        <p:spPr>
          <a:xfrm>
            <a:off x="6153150" y="50673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333EDB-93EC-4544-B604-D62C24CE6452}"/>
              </a:ext>
            </a:extLst>
          </p:cNvPr>
          <p:cNvSpPr>
            <a:spLocks noGrp="1"/>
          </p:cNvSpPr>
          <p:nvPr/>
        </p:nvSpPr>
        <p:spPr>
          <a:xfrm>
            <a:off x="6286500" y="51816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application, user, channel, recipient, status, metadata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8904816-A420-463A-B878-DED1A1486071}"/>
              </a:ext>
            </a:extLst>
          </p:cNvPr>
          <p:cNvSpPr>
            <a:spLocks noGrp="1"/>
          </p:cNvSpPr>
          <p:nvPr/>
        </p:nvSpPr>
        <p:spPr>
          <a:xfrm>
            <a:off x="952500" y="573405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006B49"/>
                </a:solidFill>
              </a:defRPr>
            </a:pPr>
            <a:r>
              <a:rPr sz="1500" b="1" i="0">
                <a:solidFill>
                  <a:srgbClr val="006B49"/>
                </a:solidFill>
              </a:rPr>
              <a:t>Reka bentuk ini menyokong rujukan audit, status workflow, dokumen digital, rekod bayaran dan notifikasi sistem.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78F0F9-86A6-4193-8720-5E34F5CBA13C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B8784F-2A77-4E14-A410-54850BE557A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</p:spTree>
    <p:extLst>
      <p:ext uri="{BB962C8B-B14F-4D97-AF65-F5344CB8AC3E}">
        <p14:creationId xmlns:p14="http://schemas.microsoft.com/office/powerpoint/2010/main" val="10352549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5A0F8B-E4CF-457E-B1DC-52855E8E150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 dirty="0" err="1">
                <a:solidFill>
                  <a:srgbClr val="071527"/>
                </a:solidFill>
              </a:rPr>
              <a:t>Laporan</a:t>
            </a:r>
            <a:r>
              <a:rPr sz="2850" b="1" i="0" dirty="0">
                <a:solidFill>
                  <a:srgbClr val="071527"/>
                </a:solidFill>
              </a:rPr>
              <a:t> Akhir </a:t>
            </a:r>
            <a:r>
              <a:rPr sz="2850" b="1" i="0" dirty="0" err="1">
                <a:solidFill>
                  <a:srgbClr val="071527"/>
                </a:solidFill>
              </a:rPr>
              <a:t>Projek</a:t>
            </a:r>
            <a:endParaRPr sz="2850" b="1" i="0" dirty="0">
              <a:solidFill>
                <a:srgbClr val="07152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1C414F-483C-4713-9028-444293146E2D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7510E-B489-4B38-BEF6-DC5C0BDBF9E8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C821C9-2D43-4473-86ED-B4EB7181D0EC}"/>
              </a:ext>
            </a:extLst>
          </p:cNvPr>
          <p:cNvSpPr>
            <a:spLocks noGrp="1"/>
          </p:cNvSpPr>
          <p:nvPr/>
        </p:nvSpPr>
        <p:spPr>
          <a:xfrm>
            <a:off x="1143000" y="18669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Latar belakang dan penyataan masalah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9F5A98-A3D3-4941-89D3-8B3AC2AB6442}"/>
              </a:ext>
            </a:extLst>
          </p:cNvPr>
          <p:cNvSpPr>
            <a:spLocks noGrp="1"/>
          </p:cNvSpPr>
          <p:nvPr/>
        </p:nvSpPr>
        <p:spPr>
          <a:xfrm>
            <a:off x="1143000" y="21431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Laporan akhir menghuraikan keadaan proses manual, cabaran masa pemprosesan, kos operasi dan isu ketelusan status.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A5315D-6E46-4139-B6A4-83968D1855F6}"/>
              </a:ext>
            </a:extLst>
          </p:cNvPr>
          <p:cNvSpPr>
            <a:spLocks noGrp="1"/>
          </p:cNvSpPr>
          <p:nvPr/>
        </p:nvSpPr>
        <p:spPr>
          <a:xfrm>
            <a:off x="914400" y="2828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E3126D-1D14-4C2C-95F2-7F11DA650C2C}"/>
              </a:ext>
            </a:extLst>
          </p:cNvPr>
          <p:cNvSpPr>
            <a:spLocks noGrp="1"/>
          </p:cNvSpPr>
          <p:nvPr/>
        </p:nvSpPr>
        <p:spPr>
          <a:xfrm>
            <a:off x="1143000" y="27432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Objektif dan kaedah pelaksanaan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28C36B-569D-4FB1-9E4A-B9F3ECCEAD3D}"/>
              </a:ext>
            </a:extLst>
          </p:cNvPr>
          <p:cNvSpPr>
            <a:spLocks noGrp="1"/>
          </p:cNvSpPr>
          <p:nvPr/>
        </p:nvSpPr>
        <p:spPr>
          <a:xfrm>
            <a:off x="1143000" y="30194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Bahagian ini menerangkan pendekatan pembangunan sistem, reka bentuk workflow, modul, teknologi dan pengujian fungsi.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261EB0-8529-448A-82DF-6782780A7D9D}"/>
              </a:ext>
            </a:extLst>
          </p:cNvPr>
          <p:cNvSpPr>
            <a:spLocks noGrp="1"/>
          </p:cNvSpPr>
          <p:nvPr/>
        </p:nvSpPr>
        <p:spPr>
          <a:xfrm>
            <a:off x="914400" y="37052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8DC596-5C58-4287-B528-36374F9203BF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Hasil projek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D29238-DB21-424E-A3AA-9FDD4DD1976F}"/>
              </a:ext>
            </a:extLst>
          </p:cNvPr>
          <p:cNvSpPr>
            <a:spLocks noGrp="1"/>
          </p:cNvSpPr>
          <p:nvPr/>
        </p:nvSpPr>
        <p:spPr>
          <a:xfrm>
            <a:off x="1143000" y="38957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Laporan merekodkan modul yang berjaya dibangunkan, paparan utama, aliran kelulusan dan output seperti bil, resit dan e-lesen.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07B06A-100B-47C7-863C-BF8886AEDA9F}"/>
              </a:ext>
            </a:extLst>
          </p:cNvPr>
          <p:cNvSpPr>
            <a:spLocks noGrp="1"/>
          </p:cNvSpPr>
          <p:nvPr/>
        </p:nvSpPr>
        <p:spPr>
          <a:xfrm>
            <a:off x="914400" y="45815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FACB1C-5D50-4CE2-9D25-2D20089E5FE1}"/>
              </a:ext>
            </a:extLst>
          </p:cNvPr>
          <p:cNvSpPr>
            <a:spLocks noGrp="1"/>
          </p:cNvSpPr>
          <p:nvPr/>
        </p:nvSpPr>
        <p:spPr>
          <a:xfrm>
            <a:off x="1143000" y="44958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Impak projek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9B1226-D835-40BC-8BB8-38A6684D1D67}"/>
              </a:ext>
            </a:extLst>
          </p:cNvPr>
          <p:cNvSpPr>
            <a:spLocks noGrp="1"/>
          </p:cNvSpPr>
          <p:nvPr/>
        </p:nvSpPr>
        <p:spPr>
          <a:xfrm>
            <a:off x="1143000" y="47720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Impak projek dihuraikan melalui potensi pengurangan tempoh pemprosesan, pengurangan dokumen fizikal dan penjimatan kos operasi.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AE97DE-5472-4D28-B170-09093D548846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D4F364-E859-4A9F-AA4A-765457763CB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</p:spTree>
    <p:extLst>
      <p:ext uri="{BB962C8B-B14F-4D97-AF65-F5344CB8AC3E}">
        <p14:creationId xmlns:p14="http://schemas.microsoft.com/office/powerpoint/2010/main" val="10966565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</TotalTime>
  <Words>2387</Words>
  <Application>Microsoft Office PowerPoint</Application>
  <DocSecurity>0</DocSecurity>
  <PresentationFormat>Widescreen</PresentationFormat>
  <Paragraphs>418</Paragraphs>
  <Slides>37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186</cp:revision>
  <dcterms:created xsi:type="dcterms:W3CDTF">2026-06-30T06:39:12Z</dcterms:created>
  <dcterms:modified xsi:type="dcterms:W3CDTF">2026-08-03T01:36:06Z</dcterms:modified>
</cp:coreProperties>
</file>